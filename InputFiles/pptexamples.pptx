
<file path=[Content_Types].xml><?xml version="1.0" encoding="utf-8"?>
<Types xmlns="http://schemas.openxmlformats.org/package/2006/content-types">
  <Default Extension="bin" ContentType="application/vnd.ms-office.activeX"/>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164" autoAdjust="0"/>
  </p:normalViewPr>
  <p:slideViewPr>
    <p:cSldViewPr>
      <p:cViewPr varScale="1">
        <p:scale>
          <a:sx n="108" d="100"/>
          <a:sy n="108" d="100"/>
        </p:scale>
        <p:origin x="2304" y="49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B86957F-BDC6-59D9-A87D-C61B3F256F1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a:extLst>
              <a:ext uri="{FF2B5EF4-FFF2-40B4-BE49-F238E27FC236}">
                <a16:creationId xmlns:a16="http://schemas.microsoft.com/office/drawing/2014/main" id="{765016FB-DFE9-3D93-55A2-13277F81FDB7}"/>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a:extLst>
              <a:ext uri="{FF2B5EF4-FFF2-40B4-BE49-F238E27FC236}">
                <a16:creationId xmlns:a16="http://schemas.microsoft.com/office/drawing/2014/main" id="{202FF784-B9D2-007E-99F2-DBD4CAE0164E}"/>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419E8EDD-BA3E-7F16-3A74-51FB98D5EA2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a:extLst>
              <a:ext uri="{FF2B5EF4-FFF2-40B4-BE49-F238E27FC236}">
                <a16:creationId xmlns:a16="http://schemas.microsoft.com/office/drawing/2014/main" id="{9BE3091D-FA52-7082-48D5-822DB680DE1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a:extLst>
              <a:ext uri="{FF2B5EF4-FFF2-40B4-BE49-F238E27FC236}">
                <a16:creationId xmlns:a16="http://schemas.microsoft.com/office/drawing/2014/main" id="{BE369033-0770-ADA6-7C50-65D67618B18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A157A91-1BFF-9B43-8139-B3F8E0961FA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167A95C-AFEE-2C7D-9D73-430065B47E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F99CCCE-62BE-094F-828A-986B9DD48811}" type="slidenum">
              <a:rPr lang="en-US" altLang="en-US" sz="1200"/>
              <a:pPr eaLnBrk="1" hangingPunct="1"/>
              <a:t>1</a:t>
            </a:fld>
            <a:endParaRPr lang="en-US" altLang="en-US" sz="1200"/>
          </a:p>
        </p:txBody>
      </p:sp>
      <p:sp>
        <p:nvSpPr>
          <p:cNvPr id="44035" name="Rectangle 2">
            <a:extLst>
              <a:ext uri="{FF2B5EF4-FFF2-40B4-BE49-F238E27FC236}">
                <a16:creationId xmlns:a16="http://schemas.microsoft.com/office/drawing/2014/main" id="{7700C083-A325-09EB-32E6-AC8749306247}"/>
              </a:ext>
            </a:extLst>
          </p:cNvPr>
          <p:cNvSpPr>
            <a:spLocks noChangeArrowheads="1" noTextEdit="1"/>
          </p:cNvSpPr>
          <p:nvPr>
            <p:ph type="sldImg"/>
          </p:nvPr>
        </p:nvSpPr>
        <p:spPr>
          <a:ln/>
        </p:spPr>
      </p:sp>
      <p:sp>
        <p:nvSpPr>
          <p:cNvPr id="44036" name="Rectangle 3">
            <a:extLst>
              <a:ext uri="{FF2B5EF4-FFF2-40B4-BE49-F238E27FC236}">
                <a16:creationId xmlns:a16="http://schemas.microsoft.com/office/drawing/2014/main" id="{D00738C4-225C-DA5B-5506-5A78C786E1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89F506F-5AEB-5971-931B-4E04BD8A0A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6F7F318-D712-5246-892A-2D422D52F2D3}" type="slidenum">
              <a:rPr lang="en-US" altLang="en-US" sz="1200"/>
              <a:pPr eaLnBrk="1" hangingPunct="1"/>
              <a:t>2</a:t>
            </a:fld>
            <a:endParaRPr lang="en-US" altLang="en-US" sz="1200"/>
          </a:p>
        </p:txBody>
      </p:sp>
      <p:sp>
        <p:nvSpPr>
          <p:cNvPr id="45059" name="Rectangle 2">
            <a:extLst>
              <a:ext uri="{FF2B5EF4-FFF2-40B4-BE49-F238E27FC236}">
                <a16:creationId xmlns:a16="http://schemas.microsoft.com/office/drawing/2014/main" id="{7EEC5285-B37C-2F77-5806-9EB5F808D726}"/>
              </a:ext>
            </a:extLst>
          </p:cNvPr>
          <p:cNvSpPr>
            <a:spLocks noChangeArrowheads="1" noTextEdit="1"/>
          </p:cNvSpPr>
          <p:nvPr>
            <p:ph type="sldImg"/>
          </p:nvPr>
        </p:nvSpPr>
        <p:spPr>
          <a:ln/>
        </p:spPr>
      </p:sp>
      <p:sp>
        <p:nvSpPr>
          <p:cNvPr id="45060" name="Rectangle 3">
            <a:extLst>
              <a:ext uri="{FF2B5EF4-FFF2-40B4-BE49-F238E27FC236}">
                <a16:creationId xmlns:a16="http://schemas.microsoft.com/office/drawing/2014/main" id="{1F23210F-D926-DBA1-8EB3-94DEB77275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5CE71E4E-1F99-EDE0-602A-D834991CB2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90F93AB-3930-DA44-9AFE-53828AD235EB}" type="slidenum">
              <a:rPr lang="en-US" altLang="en-US" sz="1200"/>
              <a:pPr eaLnBrk="1" hangingPunct="1"/>
              <a:t>3</a:t>
            </a:fld>
            <a:endParaRPr lang="en-US" altLang="en-US" sz="1200"/>
          </a:p>
        </p:txBody>
      </p:sp>
      <p:sp>
        <p:nvSpPr>
          <p:cNvPr id="46083" name="Rectangle 2">
            <a:extLst>
              <a:ext uri="{FF2B5EF4-FFF2-40B4-BE49-F238E27FC236}">
                <a16:creationId xmlns:a16="http://schemas.microsoft.com/office/drawing/2014/main" id="{2F71CF19-D97A-DE30-2744-05D577ED9500}"/>
              </a:ext>
            </a:extLst>
          </p:cNvPr>
          <p:cNvSpPr>
            <a:spLocks noChangeArrowheads="1" noTextEdit="1"/>
          </p:cNvSpPr>
          <p:nvPr>
            <p:ph type="sldImg"/>
          </p:nvPr>
        </p:nvSpPr>
        <p:spPr>
          <a:ln/>
        </p:spPr>
      </p:sp>
      <p:sp>
        <p:nvSpPr>
          <p:cNvPr id="46084" name="Rectangle 3">
            <a:extLst>
              <a:ext uri="{FF2B5EF4-FFF2-40B4-BE49-F238E27FC236}">
                <a16:creationId xmlns:a16="http://schemas.microsoft.com/office/drawing/2014/main" id="{6FF5CA54-5A0D-9C39-C3F6-238E780EAE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D1BA429-68D2-F957-4CF2-4AAABF3425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AB5F0F5-EA77-6248-9101-41EDDED005FF}" type="slidenum">
              <a:rPr lang="en-US" altLang="en-US" sz="1200"/>
              <a:pPr eaLnBrk="1" hangingPunct="1"/>
              <a:t>4</a:t>
            </a:fld>
            <a:endParaRPr lang="en-US" altLang="en-US" sz="1200"/>
          </a:p>
        </p:txBody>
      </p:sp>
      <p:sp>
        <p:nvSpPr>
          <p:cNvPr id="47107" name="Rectangle 2">
            <a:extLst>
              <a:ext uri="{FF2B5EF4-FFF2-40B4-BE49-F238E27FC236}">
                <a16:creationId xmlns:a16="http://schemas.microsoft.com/office/drawing/2014/main" id="{1D702FD0-1AD6-B9A3-350E-F64C2497C9F8}"/>
              </a:ext>
            </a:extLst>
          </p:cNvPr>
          <p:cNvSpPr>
            <a:spLocks noChangeArrowheads="1" noTextEdit="1"/>
          </p:cNvSpPr>
          <p:nvPr>
            <p:ph type="sldImg"/>
          </p:nvPr>
        </p:nvSpPr>
        <p:spPr>
          <a:ln/>
        </p:spPr>
      </p:sp>
      <p:sp>
        <p:nvSpPr>
          <p:cNvPr id="47108" name="Rectangle 3">
            <a:extLst>
              <a:ext uri="{FF2B5EF4-FFF2-40B4-BE49-F238E27FC236}">
                <a16:creationId xmlns:a16="http://schemas.microsoft.com/office/drawing/2014/main" id="{02AA75D3-87C0-D653-7E68-624377890E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7F95DFA0-1989-308A-B4F5-1CBAC78CDA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7FC9F7F-99F5-C148-A1FC-300712D77557}" type="slidenum">
              <a:rPr lang="en-US" altLang="en-US" sz="1200"/>
              <a:pPr eaLnBrk="1" hangingPunct="1"/>
              <a:t>5</a:t>
            </a:fld>
            <a:endParaRPr lang="en-US" altLang="en-US" sz="1200"/>
          </a:p>
        </p:txBody>
      </p:sp>
      <p:sp>
        <p:nvSpPr>
          <p:cNvPr id="48131" name="Rectangle 2">
            <a:extLst>
              <a:ext uri="{FF2B5EF4-FFF2-40B4-BE49-F238E27FC236}">
                <a16:creationId xmlns:a16="http://schemas.microsoft.com/office/drawing/2014/main" id="{B81B67CC-6FD6-061A-26A1-16B5146852CB}"/>
              </a:ext>
            </a:extLst>
          </p:cNvPr>
          <p:cNvSpPr>
            <a:spLocks noChangeArrowheads="1" noTextEdit="1"/>
          </p:cNvSpPr>
          <p:nvPr>
            <p:ph type="sldImg"/>
          </p:nvPr>
        </p:nvSpPr>
        <p:spPr>
          <a:ln/>
        </p:spPr>
      </p:sp>
      <p:sp>
        <p:nvSpPr>
          <p:cNvPr id="48132" name="Rectangle 3">
            <a:extLst>
              <a:ext uri="{FF2B5EF4-FFF2-40B4-BE49-F238E27FC236}">
                <a16:creationId xmlns:a16="http://schemas.microsoft.com/office/drawing/2014/main" id="{F5BD9403-9A33-5606-5F4C-D8536655EF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FFAF0B1-06C6-D08E-4C13-CB75A7E5F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AAA8F94-ECC3-D94F-9179-23E113A76136}" type="slidenum">
              <a:rPr lang="en-US" altLang="en-US" sz="1200"/>
              <a:pPr eaLnBrk="1" hangingPunct="1"/>
              <a:t>6</a:t>
            </a:fld>
            <a:endParaRPr lang="en-US" altLang="en-US" sz="1200"/>
          </a:p>
        </p:txBody>
      </p:sp>
      <p:sp>
        <p:nvSpPr>
          <p:cNvPr id="49155" name="Rectangle 2">
            <a:extLst>
              <a:ext uri="{FF2B5EF4-FFF2-40B4-BE49-F238E27FC236}">
                <a16:creationId xmlns:a16="http://schemas.microsoft.com/office/drawing/2014/main" id="{69AEB036-CD14-09D5-F350-76DC4FFB1081}"/>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77DF1A8E-ED27-8DD3-3DB9-607AF576889B}"/>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E485A94A-0CB7-58EB-EADC-FBA4B4BB62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B027294-F4DB-B945-A37A-99F25145479A}" type="slidenum">
              <a:rPr lang="en-US" altLang="en-US" sz="1200"/>
              <a:pPr eaLnBrk="1" hangingPunct="1"/>
              <a:t>7</a:t>
            </a:fld>
            <a:endParaRPr lang="en-US" altLang="en-US" sz="1200"/>
          </a:p>
        </p:txBody>
      </p:sp>
      <p:sp>
        <p:nvSpPr>
          <p:cNvPr id="50179" name="Rectangle 2">
            <a:extLst>
              <a:ext uri="{FF2B5EF4-FFF2-40B4-BE49-F238E27FC236}">
                <a16:creationId xmlns:a16="http://schemas.microsoft.com/office/drawing/2014/main" id="{5B4FDFB3-8CBC-D23F-20BB-D004AA40A2B9}"/>
              </a:ext>
            </a:extLst>
          </p:cNvPr>
          <p:cNvSpPr>
            <a:spLocks noChangeArrowheads="1" noTextEdit="1"/>
          </p:cNvSpPr>
          <p:nvPr>
            <p:ph type="sldImg"/>
          </p:nvPr>
        </p:nvSpPr>
        <p:spPr>
          <a:ln/>
        </p:spPr>
      </p:sp>
      <p:sp>
        <p:nvSpPr>
          <p:cNvPr id="50180" name="Rectangle 3">
            <a:extLst>
              <a:ext uri="{FF2B5EF4-FFF2-40B4-BE49-F238E27FC236}">
                <a16:creationId xmlns:a16="http://schemas.microsoft.com/office/drawing/2014/main" id="{615207D2-DEAD-FF00-A94C-7D89EAAB62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DA71ACD2-BC37-486C-28C9-81FE7287E4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7A24124-6E1F-4D4B-8D82-435743CC29CD}" type="slidenum">
              <a:rPr lang="en-US" altLang="en-US" sz="1200"/>
              <a:pPr eaLnBrk="1" hangingPunct="1"/>
              <a:t>8</a:t>
            </a:fld>
            <a:endParaRPr lang="en-US" altLang="en-US" sz="1200"/>
          </a:p>
        </p:txBody>
      </p:sp>
      <p:sp>
        <p:nvSpPr>
          <p:cNvPr id="51203" name="Rectangle 2">
            <a:extLst>
              <a:ext uri="{FF2B5EF4-FFF2-40B4-BE49-F238E27FC236}">
                <a16:creationId xmlns:a16="http://schemas.microsoft.com/office/drawing/2014/main" id="{ED777AA0-71A4-AE2F-76D9-9CF3DA2B0F95}"/>
              </a:ext>
            </a:extLst>
          </p:cNvPr>
          <p:cNvSpPr>
            <a:spLocks noChangeArrowheads="1" noTextEdit="1"/>
          </p:cNvSpPr>
          <p:nvPr>
            <p:ph type="sldImg"/>
          </p:nvPr>
        </p:nvSpPr>
        <p:spPr>
          <a:ln/>
        </p:spPr>
      </p:sp>
      <p:sp>
        <p:nvSpPr>
          <p:cNvPr id="51204" name="Rectangle 3">
            <a:extLst>
              <a:ext uri="{FF2B5EF4-FFF2-40B4-BE49-F238E27FC236}">
                <a16:creationId xmlns:a16="http://schemas.microsoft.com/office/drawing/2014/main" id="{C8A5E354-A3E9-9AD0-E072-F14497C3A7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40E642F9-C6A4-33DE-A884-DECADAF948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5E4E78F-2686-6246-9151-0A076227B244}" type="slidenum">
              <a:rPr lang="en-US" altLang="en-US" sz="1200"/>
              <a:pPr eaLnBrk="1" hangingPunct="1"/>
              <a:t>9</a:t>
            </a:fld>
            <a:endParaRPr lang="en-US" altLang="en-US" sz="1200"/>
          </a:p>
        </p:txBody>
      </p:sp>
      <p:sp>
        <p:nvSpPr>
          <p:cNvPr id="52227" name="Rectangle 2">
            <a:extLst>
              <a:ext uri="{FF2B5EF4-FFF2-40B4-BE49-F238E27FC236}">
                <a16:creationId xmlns:a16="http://schemas.microsoft.com/office/drawing/2014/main" id="{69430C92-1E7F-F24D-6526-B7F54D6C6D90}"/>
              </a:ext>
            </a:extLst>
          </p:cNvPr>
          <p:cNvSpPr>
            <a:spLocks noChangeArrowheads="1" noTextEdit="1"/>
          </p:cNvSpPr>
          <p:nvPr>
            <p:ph type="sldImg"/>
          </p:nvPr>
        </p:nvSpPr>
        <p:spPr>
          <a:ln/>
        </p:spPr>
      </p:sp>
      <p:sp>
        <p:nvSpPr>
          <p:cNvPr id="52228" name="Rectangle 3">
            <a:extLst>
              <a:ext uri="{FF2B5EF4-FFF2-40B4-BE49-F238E27FC236}">
                <a16:creationId xmlns:a16="http://schemas.microsoft.com/office/drawing/2014/main" id="{DC5E0F92-59E6-64D2-781E-4C17747F3C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4B243DD-67FE-F670-1802-179BC0D199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0452881-EB30-7741-94DA-9CF34AD73322}" type="slidenum">
              <a:rPr lang="en-US" altLang="en-US" sz="1200"/>
              <a:pPr eaLnBrk="1" hangingPunct="1"/>
              <a:t>10</a:t>
            </a:fld>
            <a:endParaRPr lang="en-US" altLang="en-US" sz="1200"/>
          </a:p>
        </p:txBody>
      </p:sp>
      <p:sp>
        <p:nvSpPr>
          <p:cNvPr id="53251" name="Rectangle 2">
            <a:extLst>
              <a:ext uri="{FF2B5EF4-FFF2-40B4-BE49-F238E27FC236}">
                <a16:creationId xmlns:a16="http://schemas.microsoft.com/office/drawing/2014/main" id="{74291D55-427C-ADE1-2F9F-6155D3A0F7EC}"/>
              </a:ext>
            </a:extLst>
          </p:cNvPr>
          <p:cNvSpPr>
            <a:spLocks noChangeArrowheads="1" noTextEdit="1"/>
          </p:cNvSpPr>
          <p:nvPr>
            <p:ph type="sldImg"/>
          </p:nvPr>
        </p:nvSpPr>
        <p:spPr>
          <a:ln/>
        </p:spPr>
      </p:sp>
      <p:sp>
        <p:nvSpPr>
          <p:cNvPr id="53252" name="Rectangle 3">
            <a:extLst>
              <a:ext uri="{FF2B5EF4-FFF2-40B4-BE49-F238E27FC236}">
                <a16:creationId xmlns:a16="http://schemas.microsoft.com/office/drawing/2014/main" id="{D22BB75B-4136-72FC-6551-B18B49D968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FFF6D78-7F8A-F1D3-5214-54208C6F6F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5900D2C-8084-F045-BE5A-C57FEEC63BD6}" type="slidenum">
              <a:rPr lang="en-US" altLang="en-US" sz="1200"/>
              <a:pPr eaLnBrk="1" hangingPunct="1"/>
              <a:t>11</a:t>
            </a:fld>
            <a:endParaRPr lang="en-US" altLang="en-US" sz="1200"/>
          </a:p>
        </p:txBody>
      </p:sp>
      <p:sp>
        <p:nvSpPr>
          <p:cNvPr id="54275" name="Rectangle 2">
            <a:extLst>
              <a:ext uri="{FF2B5EF4-FFF2-40B4-BE49-F238E27FC236}">
                <a16:creationId xmlns:a16="http://schemas.microsoft.com/office/drawing/2014/main" id="{9C094E72-F8B9-393D-9B4E-FD5DB51EF379}"/>
              </a:ext>
            </a:extLst>
          </p:cNvPr>
          <p:cNvSpPr>
            <a:spLocks noChangeArrowheads="1" noTextEdit="1"/>
          </p:cNvSpPr>
          <p:nvPr>
            <p:ph type="sldImg"/>
          </p:nvPr>
        </p:nvSpPr>
        <p:spPr>
          <a:ln/>
        </p:spPr>
      </p:sp>
      <p:sp>
        <p:nvSpPr>
          <p:cNvPr id="54276" name="Rectangle 3">
            <a:extLst>
              <a:ext uri="{FF2B5EF4-FFF2-40B4-BE49-F238E27FC236}">
                <a16:creationId xmlns:a16="http://schemas.microsoft.com/office/drawing/2014/main" id="{B3FFB00B-D968-47C4-B5AF-37B6F68BCA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0408F34-AE82-7DB2-B611-47B52012A3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A3CBAE5-851D-714F-B9B2-C46FDB5D61DB}" type="slidenum">
              <a:rPr lang="en-US" altLang="en-US" sz="1200"/>
              <a:pPr eaLnBrk="1" hangingPunct="1"/>
              <a:t>12</a:t>
            </a:fld>
            <a:endParaRPr lang="en-US" altLang="en-US" sz="1200"/>
          </a:p>
        </p:txBody>
      </p:sp>
      <p:sp>
        <p:nvSpPr>
          <p:cNvPr id="55299" name="Rectangle 2">
            <a:extLst>
              <a:ext uri="{FF2B5EF4-FFF2-40B4-BE49-F238E27FC236}">
                <a16:creationId xmlns:a16="http://schemas.microsoft.com/office/drawing/2014/main" id="{7157DA07-97C1-F960-787C-0C818C0B62D5}"/>
              </a:ext>
            </a:extLst>
          </p:cNvPr>
          <p:cNvSpPr>
            <a:spLocks noChangeArrowheads="1" noTextEdit="1"/>
          </p:cNvSpPr>
          <p:nvPr>
            <p:ph type="sldImg"/>
          </p:nvPr>
        </p:nvSpPr>
        <p:spPr>
          <a:ln/>
        </p:spPr>
      </p:sp>
      <p:sp>
        <p:nvSpPr>
          <p:cNvPr id="55300" name="Rectangle 3">
            <a:extLst>
              <a:ext uri="{FF2B5EF4-FFF2-40B4-BE49-F238E27FC236}">
                <a16:creationId xmlns:a16="http://schemas.microsoft.com/office/drawing/2014/main" id="{16737A63-7B09-25D4-6623-41EDB9B885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BB0B29A-7C43-5106-227D-F00EAAD502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5951D84-E748-C24F-84D4-88CC0214BC57}" type="slidenum">
              <a:rPr lang="en-US" altLang="en-US" sz="1200"/>
              <a:pPr eaLnBrk="1" hangingPunct="1"/>
              <a:t>13</a:t>
            </a:fld>
            <a:endParaRPr lang="en-US" altLang="en-US" sz="1200"/>
          </a:p>
        </p:txBody>
      </p:sp>
      <p:sp>
        <p:nvSpPr>
          <p:cNvPr id="56323" name="Rectangle 2">
            <a:extLst>
              <a:ext uri="{FF2B5EF4-FFF2-40B4-BE49-F238E27FC236}">
                <a16:creationId xmlns:a16="http://schemas.microsoft.com/office/drawing/2014/main" id="{FC4875A5-3D08-7446-FD88-958475290C05}"/>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6F523E4F-23B3-B50D-4E79-4E2FA81AC1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901B245-1E52-35C7-810F-A31B97A450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CEA73FA-D471-0E4C-90F7-B3B0C5DEE6C0}" type="slidenum">
              <a:rPr lang="en-US" altLang="en-US" sz="1200"/>
              <a:pPr eaLnBrk="1" hangingPunct="1"/>
              <a:t>14</a:t>
            </a:fld>
            <a:endParaRPr lang="en-US" altLang="en-US" sz="1200"/>
          </a:p>
        </p:txBody>
      </p:sp>
      <p:sp>
        <p:nvSpPr>
          <p:cNvPr id="57347" name="Rectangle 2">
            <a:extLst>
              <a:ext uri="{FF2B5EF4-FFF2-40B4-BE49-F238E27FC236}">
                <a16:creationId xmlns:a16="http://schemas.microsoft.com/office/drawing/2014/main" id="{A967F2B7-5569-6E8D-1179-7EAE65B95443}"/>
              </a:ext>
            </a:extLst>
          </p:cNvPr>
          <p:cNvSpPr>
            <a:spLocks noChangeArrowheads="1" noTextEdit="1"/>
          </p:cNvSpPr>
          <p:nvPr>
            <p:ph type="sldImg"/>
          </p:nvPr>
        </p:nvSpPr>
        <p:spPr>
          <a:ln/>
        </p:spPr>
      </p:sp>
      <p:sp>
        <p:nvSpPr>
          <p:cNvPr id="57348" name="Rectangle 3">
            <a:extLst>
              <a:ext uri="{FF2B5EF4-FFF2-40B4-BE49-F238E27FC236}">
                <a16:creationId xmlns:a16="http://schemas.microsoft.com/office/drawing/2014/main" id="{6ECAE3EA-A69C-0462-EEB6-C70F87783E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D1ACA118-532B-2398-0090-38FAF5B0B7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ED3DB98-775F-A746-AA68-D93912171D16}" type="slidenum">
              <a:rPr lang="en-US" altLang="en-US" sz="1200"/>
              <a:pPr eaLnBrk="1" hangingPunct="1"/>
              <a:t>15</a:t>
            </a:fld>
            <a:endParaRPr lang="en-US" altLang="en-US" sz="1200"/>
          </a:p>
        </p:txBody>
      </p:sp>
      <p:sp>
        <p:nvSpPr>
          <p:cNvPr id="58371" name="Rectangle 2">
            <a:extLst>
              <a:ext uri="{FF2B5EF4-FFF2-40B4-BE49-F238E27FC236}">
                <a16:creationId xmlns:a16="http://schemas.microsoft.com/office/drawing/2014/main" id="{4A1156E9-C307-11DC-D364-9230AE6E3554}"/>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7223D91B-69E7-FF12-36EB-8B950895DF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445C859-E34E-7E50-D2E0-EECFD9B276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FFF8250-1F3D-0C45-826F-32250574EAE0}" type="slidenum">
              <a:rPr lang="en-US" altLang="en-US" sz="1200"/>
              <a:pPr eaLnBrk="1" hangingPunct="1"/>
              <a:t>16</a:t>
            </a:fld>
            <a:endParaRPr lang="en-US" altLang="en-US" sz="1200"/>
          </a:p>
        </p:txBody>
      </p:sp>
      <p:sp>
        <p:nvSpPr>
          <p:cNvPr id="59395" name="Rectangle 2">
            <a:extLst>
              <a:ext uri="{FF2B5EF4-FFF2-40B4-BE49-F238E27FC236}">
                <a16:creationId xmlns:a16="http://schemas.microsoft.com/office/drawing/2014/main" id="{57FB9D31-489F-8FBA-7BE1-A0D852036CE4}"/>
              </a:ext>
            </a:extLst>
          </p:cNvPr>
          <p:cNvSpPr>
            <a:spLocks noChangeArrowheads="1" noTextEdit="1"/>
          </p:cNvSpPr>
          <p:nvPr>
            <p:ph type="sldImg"/>
          </p:nvPr>
        </p:nvSpPr>
        <p:spPr>
          <a:ln/>
        </p:spPr>
      </p:sp>
      <p:sp>
        <p:nvSpPr>
          <p:cNvPr id="59396" name="Rectangle 3">
            <a:extLst>
              <a:ext uri="{FF2B5EF4-FFF2-40B4-BE49-F238E27FC236}">
                <a16:creationId xmlns:a16="http://schemas.microsoft.com/office/drawing/2014/main" id="{82F3A5ED-3CCF-A32E-DA1D-D7F741230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0A7F2893-596F-9B60-9D32-D31C4408113C}"/>
              </a:ext>
            </a:extLst>
          </p:cNvPr>
          <p:cNvSpPr>
            <a:spLocks noGrp="1" noRot="1" noChangeAspect="1" noTextEdit="1"/>
          </p:cNvSpPr>
          <p:nvPr>
            <p:ph type="sldImg"/>
          </p:nvPr>
        </p:nvSpPr>
        <p:spPr>
          <a:ln/>
        </p:spPr>
      </p:sp>
      <p:sp>
        <p:nvSpPr>
          <p:cNvPr id="60419" name="Notes Placeholder 2">
            <a:extLst>
              <a:ext uri="{FF2B5EF4-FFF2-40B4-BE49-F238E27FC236}">
                <a16:creationId xmlns:a16="http://schemas.microsoft.com/office/drawing/2014/main" id="{A1B4F5B2-125F-002A-EF7B-57A5D2A7F6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0420" name="Slide Number Placeholder 3">
            <a:extLst>
              <a:ext uri="{FF2B5EF4-FFF2-40B4-BE49-F238E27FC236}">
                <a16:creationId xmlns:a16="http://schemas.microsoft.com/office/drawing/2014/main" id="{F16CECDB-457E-163F-F7D8-BF1AEB45DC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73E167B-8F02-034A-A6EE-15D3F15A739C}" type="slidenum">
              <a:rPr lang="en-US" altLang="en-US" sz="1200"/>
              <a:pPr eaLnBrk="1" hangingPunct="1"/>
              <a:t>18</a:t>
            </a:fld>
            <a:endParaRPr lang="en-US"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872DA8FA-40DE-DC72-67AF-32C3ADDF86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8880436-57EB-4144-AB57-172511ED697A}" type="slidenum">
              <a:rPr lang="en-US" altLang="en-US" sz="1200"/>
              <a:pPr eaLnBrk="1" hangingPunct="1"/>
              <a:t>19</a:t>
            </a:fld>
            <a:endParaRPr lang="en-US" altLang="en-US" sz="1200"/>
          </a:p>
        </p:txBody>
      </p:sp>
      <p:sp>
        <p:nvSpPr>
          <p:cNvPr id="61443" name="Rectangle 2">
            <a:extLst>
              <a:ext uri="{FF2B5EF4-FFF2-40B4-BE49-F238E27FC236}">
                <a16:creationId xmlns:a16="http://schemas.microsoft.com/office/drawing/2014/main" id="{2B11D463-4425-F0A0-F0C0-50237AC35A1E}"/>
              </a:ext>
            </a:extLst>
          </p:cNvPr>
          <p:cNvSpPr>
            <a:spLocks noChangeArrowheads="1" noTextEdit="1"/>
          </p:cNvSpPr>
          <p:nvPr>
            <p:ph type="sldImg"/>
          </p:nvPr>
        </p:nvSpPr>
        <p:spPr>
          <a:ln/>
        </p:spPr>
      </p:sp>
      <p:sp>
        <p:nvSpPr>
          <p:cNvPr id="61444" name="Rectangle 3">
            <a:extLst>
              <a:ext uri="{FF2B5EF4-FFF2-40B4-BE49-F238E27FC236}">
                <a16:creationId xmlns:a16="http://schemas.microsoft.com/office/drawing/2014/main" id="{3314464D-D8FC-3300-EB7D-37C9DD60F8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38FB44F0-87A8-4FE9-200F-48165F4E7196}"/>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id="{51E9C4FF-6526-270E-E3B7-AF27C60EDD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2468" name="Slide Number Placeholder 3">
            <a:extLst>
              <a:ext uri="{FF2B5EF4-FFF2-40B4-BE49-F238E27FC236}">
                <a16:creationId xmlns:a16="http://schemas.microsoft.com/office/drawing/2014/main" id="{0C05EC40-5FD5-0E67-42F0-B1AA5A4BE0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3A15785-9425-EF46-8543-0F825898D539}" type="slidenum">
              <a:rPr lang="en-US" altLang="en-US" sz="1200"/>
              <a:pPr eaLnBrk="1" hangingPunct="1"/>
              <a:t>20</a:t>
            </a:fld>
            <a:endParaRPr lang="en-US" alt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D4605E5-EC37-37C1-969D-EB37A4FB73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8121B4F-CAD7-A941-BC1F-D1F2BB13D239}" type="slidenum">
              <a:rPr lang="en-US" altLang="en-US" sz="1200"/>
              <a:pPr eaLnBrk="1" hangingPunct="1"/>
              <a:t>22</a:t>
            </a:fld>
            <a:endParaRPr lang="en-US" altLang="en-US" sz="1200"/>
          </a:p>
        </p:txBody>
      </p:sp>
      <p:sp>
        <p:nvSpPr>
          <p:cNvPr id="63491" name="Rectangle 2">
            <a:extLst>
              <a:ext uri="{FF2B5EF4-FFF2-40B4-BE49-F238E27FC236}">
                <a16:creationId xmlns:a16="http://schemas.microsoft.com/office/drawing/2014/main" id="{2D48C333-D920-A744-DFF6-0074BFED4BFC}"/>
              </a:ext>
            </a:extLst>
          </p:cNvPr>
          <p:cNvSpPr>
            <a:spLocks noChangeArrowheads="1" noTextEdit="1"/>
          </p:cNvSpPr>
          <p:nvPr>
            <p:ph type="sldImg"/>
          </p:nvPr>
        </p:nvSpPr>
        <p:spPr>
          <a:ln/>
        </p:spPr>
      </p:sp>
      <p:sp>
        <p:nvSpPr>
          <p:cNvPr id="63492" name="Rectangle 3">
            <a:extLst>
              <a:ext uri="{FF2B5EF4-FFF2-40B4-BE49-F238E27FC236}">
                <a16:creationId xmlns:a16="http://schemas.microsoft.com/office/drawing/2014/main" id="{A387E5C7-B4D9-B913-124E-766CFF803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7C70620F-125E-9EF3-3783-1B739A61B312}"/>
              </a:ext>
            </a:extLst>
          </p:cNvPr>
          <p:cNvSpPr>
            <a:spLocks noGrp="1" noRot="1" noChangeAspect="1" noTextEdit="1"/>
          </p:cNvSpPr>
          <p:nvPr>
            <p:ph type="sldImg"/>
          </p:nvPr>
        </p:nvSpPr>
        <p:spPr>
          <a:ln/>
        </p:spPr>
      </p:sp>
      <p:sp>
        <p:nvSpPr>
          <p:cNvPr id="64515" name="Notes Placeholder 2">
            <a:extLst>
              <a:ext uri="{FF2B5EF4-FFF2-40B4-BE49-F238E27FC236}">
                <a16:creationId xmlns:a16="http://schemas.microsoft.com/office/drawing/2014/main" id="{FEA44908-4753-B288-D750-86F0AB4170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4516" name="Slide Number Placeholder 3">
            <a:extLst>
              <a:ext uri="{FF2B5EF4-FFF2-40B4-BE49-F238E27FC236}">
                <a16:creationId xmlns:a16="http://schemas.microsoft.com/office/drawing/2014/main" id="{9DB4D128-1488-EF79-00C4-8A7263C65F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531B41D-43DB-BA4F-BA06-B89E720E37E1}" type="slidenum">
              <a:rPr lang="en-US" altLang="en-US" sz="1200"/>
              <a:pPr eaLnBrk="1" hangingPunct="1"/>
              <a:t>23</a:t>
            </a:fld>
            <a:endParaRPr lang="en-US"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E804A94E-98A3-2ECD-80D5-3A80007997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5739BAB-C652-0E44-9F49-1115F0DE6677}" type="slidenum">
              <a:rPr lang="en-US" altLang="en-US" sz="1200"/>
              <a:pPr eaLnBrk="1" hangingPunct="1"/>
              <a:t>24</a:t>
            </a:fld>
            <a:endParaRPr lang="en-US" altLang="en-US" sz="1200"/>
          </a:p>
        </p:txBody>
      </p:sp>
      <p:sp>
        <p:nvSpPr>
          <p:cNvPr id="65539" name="Rectangle 2">
            <a:extLst>
              <a:ext uri="{FF2B5EF4-FFF2-40B4-BE49-F238E27FC236}">
                <a16:creationId xmlns:a16="http://schemas.microsoft.com/office/drawing/2014/main" id="{E8AEEB31-DB0D-D6F0-87E1-2DB60B65242A}"/>
              </a:ext>
            </a:extLst>
          </p:cNvPr>
          <p:cNvSpPr>
            <a:spLocks noChangeArrowheads="1" noTextEdit="1"/>
          </p:cNvSpPr>
          <p:nvPr>
            <p:ph type="sldImg"/>
          </p:nvPr>
        </p:nvSpPr>
        <p:spPr>
          <a:ln/>
        </p:spPr>
      </p:sp>
      <p:sp>
        <p:nvSpPr>
          <p:cNvPr id="65540" name="Rectangle 3">
            <a:extLst>
              <a:ext uri="{FF2B5EF4-FFF2-40B4-BE49-F238E27FC236}">
                <a16:creationId xmlns:a16="http://schemas.microsoft.com/office/drawing/2014/main" id="{393270AD-E599-21D6-6E27-4BCD65C97A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0F0433C9-4E78-C4C6-6A15-0058FB30B5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78ED397-7B34-6041-AB86-0872FE1077EE}"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a:extLst>
              <a:ext uri="{FF2B5EF4-FFF2-40B4-BE49-F238E27FC236}">
                <a16:creationId xmlns:a16="http://schemas.microsoft.com/office/drawing/2014/main" id="{C23702D9-822F-69EA-A0D4-501CAC9C0CCC}"/>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14A48C4B-B1B5-F2F1-FA6A-500739517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126984A1-C774-49AF-A5C8-A9DD00D1316A}"/>
              </a:ext>
            </a:extLst>
          </p:cNvPr>
          <p:cNvSpPr>
            <a:spLocks noGrp="1" noRot="1" noChangeAspect="1" noTextEdit="1"/>
          </p:cNvSpPr>
          <p:nvPr>
            <p:ph type="sldImg"/>
          </p:nvPr>
        </p:nvSpPr>
        <p:spPr>
          <a:ln/>
        </p:spPr>
      </p:sp>
      <p:sp>
        <p:nvSpPr>
          <p:cNvPr id="67587" name="Notes Placeholder 2">
            <a:extLst>
              <a:ext uri="{FF2B5EF4-FFF2-40B4-BE49-F238E27FC236}">
                <a16:creationId xmlns:a16="http://schemas.microsoft.com/office/drawing/2014/main" id="{F480D226-E0D3-3D9D-4F59-CE6C9B944E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7588" name="Slide Number Placeholder 3">
            <a:extLst>
              <a:ext uri="{FF2B5EF4-FFF2-40B4-BE49-F238E27FC236}">
                <a16:creationId xmlns:a16="http://schemas.microsoft.com/office/drawing/2014/main" id="{413A2E6A-EAB6-5F00-506A-1CAF1F07EA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FA54497-08F4-5C47-BBEC-613D0116A891}" type="slidenum">
              <a:rPr lang="en-US" altLang="en-US" sz="1200"/>
              <a:pPr eaLnBrk="1" hangingPunct="1"/>
              <a:t>26</a:t>
            </a:fld>
            <a:endParaRPr lang="en-US" alt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3557F6A-47DE-84A5-3673-FA76ECDF09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0362E6D-B220-354D-9CEA-412F02980362}" type="slidenum">
              <a:rPr lang="en-US" altLang="en-US" sz="1200"/>
              <a:pPr eaLnBrk="1" hangingPunct="1"/>
              <a:t>27</a:t>
            </a:fld>
            <a:endParaRPr lang="en-US" altLang="en-US" sz="1200"/>
          </a:p>
        </p:txBody>
      </p:sp>
      <p:sp>
        <p:nvSpPr>
          <p:cNvPr id="68611" name="Rectangle 2">
            <a:extLst>
              <a:ext uri="{FF2B5EF4-FFF2-40B4-BE49-F238E27FC236}">
                <a16:creationId xmlns:a16="http://schemas.microsoft.com/office/drawing/2014/main" id="{91769989-99AC-1EDA-FE5C-5615898F4863}"/>
              </a:ext>
            </a:extLst>
          </p:cNvPr>
          <p:cNvSpPr>
            <a:spLocks noChangeArrowheads="1" noTextEdit="1"/>
          </p:cNvSpPr>
          <p:nvPr>
            <p:ph type="sldImg"/>
          </p:nvPr>
        </p:nvSpPr>
        <p:spPr>
          <a:ln/>
        </p:spPr>
      </p:sp>
      <p:sp>
        <p:nvSpPr>
          <p:cNvPr id="68612" name="Rectangle 3">
            <a:extLst>
              <a:ext uri="{FF2B5EF4-FFF2-40B4-BE49-F238E27FC236}">
                <a16:creationId xmlns:a16="http://schemas.microsoft.com/office/drawing/2014/main" id="{F56A2A34-ACAA-5C84-21D0-66BE2B2E44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60564F2E-B42B-9253-3ED2-B44AA9363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A4FCAFA-FF6F-014C-863F-3D21097C1E65}" type="slidenum">
              <a:rPr lang="en-US" altLang="en-US" sz="1200"/>
              <a:pPr eaLnBrk="1" hangingPunct="1"/>
              <a:t>28</a:t>
            </a:fld>
            <a:endParaRPr lang="en-US" altLang="en-US" sz="1200"/>
          </a:p>
        </p:txBody>
      </p:sp>
      <p:sp>
        <p:nvSpPr>
          <p:cNvPr id="69635" name="Rectangle 2">
            <a:extLst>
              <a:ext uri="{FF2B5EF4-FFF2-40B4-BE49-F238E27FC236}">
                <a16:creationId xmlns:a16="http://schemas.microsoft.com/office/drawing/2014/main" id="{1C95906F-DA10-745C-758D-5CCE24B4ED2B}"/>
              </a:ext>
            </a:extLst>
          </p:cNvPr>
          <p:cNvSpPr>
            <a:spLocks noChangeArrowheads="1" noTextEdit="1"/>
          </p:cNvSpPr>
          <p:nvPr>
            <p:ph type="sldImg"/>
          </p:nvPr>
        </p:nvSpPr>
        <p:spPr>
          <a:ln/>
        </p:spPr>
      </p:sp>
      <p:sp>
        <p:nvSpPr>
          <p:cNvPr id="69636" name="Rectangle 3">
            <a:extLst>
              <a:ext uri="{FF2B5EF4-FFF2-40B4-BE49-F238E27FC236}">
                <a16:creationId xmlns:a16="http://schemas.microsoft.com/office/drawing/2014/main" id="{F63BF996-DEFE-0347-7B71-F6CC928362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CAF23F5-5CA5-BF9F-370F-3384FAD635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3AF3A0F-D361-6C43-82BF-A5C57D81465A}" type="slidenum">
              <a:rPr lang="en-US" altLang="en-US" sz="1200"/>
              <a:pPr eaLnBrk="1" hangingPunct="1"/>
              <a:t>29</a:t>
            </a:fld>
            <a:endParaRPr lang="en-US" altLang="en-US" sz="1200"/>
          </a:p>
        </p:txBody>
      </p:sp>
      <p:sp>
        <p:nvSpPr>
          <p:cNvPr id="70659" name="Rectangle 2">
            <a:extLst>
              <a:ext uri="{FF2B5EF4-FFF2-40B4-BE49-F238E27FC236}">
                <a16:creationId xmlns:a16="http://schemas.microsoft.com/office/drawing/2014/main" id="{134BCD85-3F32-A3A9-BD69-E104D1037903}"/>
              </a:ext>
            </a:extLst>
          </p:cNvPr>
          <p:cNvSpPr>
            <a:spLocks noChangeArrowheads="1" noTextEdit="1"/>
          </p:cNvSpPr>
          <p:nvPr>
            <p:ph type="sldImg"/>
          </p:nvPr>
        </p:nvSpPr>
        <p:spPr>
          <a:ln/>
        </p:spPr>
      </p:sp>
      <p:sp>
        <p:nvSpPr>
          <p:cNvPr id="70660" name="Rectangle 3">
            <a:extLst>
              <a:ext uri="{FF2B5EF4-FFF2-40B4-BE49-F238E27FC236}">
                <a16:creationId xmlns:a16="http://schemas.microsoft.com/office/drawing/2014/main" id="{17DC8552-4E7B-2EF9-F814-661DF0EBF6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4BC32094-6F49-BB5E-4142-45266A7083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854F29-A028-4D49-9448-538DC1D2CFEC}" type="slidenum">
              <a:rPr lang="en-US" altLang="en-US" sz="1200"/>
              <a:pPr eaLnBrk="1" hangingPunct="1"/>
              <a:t>30</a:t>
            </a:fld>
            <a:endParaRPr lang="en-US" altLang="en-US" sz="1200"/>
          </a:p>
        </p:txBody>
      </p:sp>
      <p:sp>
        <p:nvSpPr>
          <p:cNvPr id="71683" name="Rectangle 2">
            <a:extLst>
              <a:ext uri="{FF2B5EF4-FFF2-40B4-BE49-F238E27FC236}">
                <a16:creationId xmlns:a16="http://schemas.microsoft.com/office/drawing/2014/main" id="{C4D38D30-CB48-57E4-5325-2F204EDE766D}"/>
              </a:ext>
            </a:extLst>
          </p:cNvPr>
          <p:cNvSpPr>
            <a:spLocks noChangeArrowheads="1" noTextEdit="1"/>
          </p:cNvSpPr>
          <p:nvPr>
            <p:ph type="sldImg"/>
          </p:nvPr>
        </p:nvSpPr>
        <p:spPr>
          <a:ln/>
        </p:spPr>
      </p:sp>
      <p:sp>
        <p:nvSpPr>
          <p:cNvPr id="71684" name="Rectangle 3">
            <a:extLst>
              <a:ext uri="{FF2B5EF4-FFF2-40B4-BE49-F238E27FC236}">
                <a16:creationId xmlns:a16="http://schemas.microsoft.com/office/drawing/2014/main" id="{1E187255-A8C7-1ACC-4436-A9B0C9CE81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0BB5B40E-B143-18F7-8F18-A9A7D7CB7B14}"/>
              </a:ext>
            </a:extLst>
          </p:cNvPr>
          <p:cNvSpPr>
            <a:spLocks noGrp="1" noRot="1" noChangeAspect="1" noTextEdit="1"/>
          </p:cNvSpPr>
          <p:nvPr>
            <p:ph type="sldImg"/>
          </p:nvPr>
        </p:nvSpPr>
        <p:spPr>
          <a:ln/>
        </p:spPr>
      </p:sp>
      <p:sp>
        <p:nvSpPr>
          <p:cNvPr id="72707" name="Notes Placeholder 2">
            <a:extLst>
              <a:ext uri="{FF2B5EF4-FFF2-40B4-BE49-F238E27FC236}">
                <a16:creationId xmlns:a16="http://schemas.microsoft.com/office/drawing/2014/main" id="{B9BED8EF-3F2D-2E43-1E50-45E7A50615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2708" name="Slide Number Placeholder 3">
            <a:extLst>
              <a:ext uri="{FF2B5EF4-FFF2-40B4-BE49-F238E27FC236}">
                <a16:creationId xmlns:a16="http://schemas.microsoft.com/office/drawing/2014/main" id="{303E5E07-114D-CBB3-FBEE-A17B5D02E9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6D31AAD-E0F4-E24C-BED0-B826053B2DE3}" type="slidenum">
              <a:rPr lang="en-US" altLang="en-US" sz="1200"/>
              <a:pPr eaLnBrk="1" hangingPunct="1"/>
              <a:t>31</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E3E425F-7925-A9EF-8853-D25FF2B727D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81A1771-0676-FE6F-E9D9-C47EBE61FEC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E7AC9AB-5BD0-8B56-3EB2-67D2C33979A4}"/>
              </a:ext>
            </a:extLst>
          </p:cNvPr>
          <p:cNvSpPr>
            <a:spLocks noGrp="1" noChangeArrowheads="1"/>
          </p:cNvSpPr>
          <p:nvPr>
            <p:ph type="sldNum" sz="quarter" idx="12"/>
          </p:nvPr>
        </p:nvSpPr>
        <p:spPr>
          <a:ln/>
        </p:spPr>
        <p:txBody>
          <a:bodyPr/>
          <a:lstStyle>
            <a:lvl1pPr>
              <a:defRPr/>
            </a:lvl1pPr>
          </a:lstStyle>
          <a:p>
            <a:fld id="{A41BC63A-0926-3C43-8801-1723A7F7F98D}" type="slidenum">
              <a:rPr lang="en-US" altLang="en-US"/>
              <a:pPr/>
              <a:t>‹#›</a:t>
            </a:fld>
            <a:endParaRPr lang="en-US" altLang="en-US"/>
          </a:p>
        </p:txBody>
      </p:sp>
    </p:spTree>
    <p:extLst>
      <p:ext uri="{BB962C8B-B14F-4D97-AF65-F5344CB8AC3E}">
        <p14:creationId xmlns:p14="http://schemas.microsoft.com/office/powerpoint/2010/main" val="3789405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7F9BDC8-FAD2-EA91-4334-60CB051277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A92F329-0E4F-CC0A-6C35-9768481025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FFC8EE3-DC4E-148D-CCDE-21C315F17FD3}"/>
              </a:ext>
            </a:extLst>
          </p:cNvPr>
          <p:cNvSpPr>
            <a:spLocks noGrp="1" noChangeArrowheads="1"/>
          </p:cNvSpPr>
          <p:nvPr>
            <p:ph type="sldNum" sz="quarter" idx="12"/>
          </p:nvPr>
        </p:nvSpPr>
        <p:spPr>
          <a:ln/>
        </p:spPr>
        <p:txBody>
          <a:bodyPr/>
          <a:lstStyle>
            <a:lvl1pPr>
              <a:defRPr/>
            </a:lvl1pPr>
          </a:lstStyle>
          <a:p>
            <a:fld id="{4A0DDCA0-8CB0-6E4C-8A81-25310CCA0CD5}" type="slidenum">
              <a:rPr lang="en-US" altLang="en-US"/>
              <a:pPr/>
              <a:t>‹#›</a:t>
            </a:fld>
            <a:endParaRPr lang="en-US" altLang="en-US"/>
          </a:p>
        </p:txBody>
      </p:sp>
    </p:spTree>
    <p:extLst>
      <p:ext uri="{BB962C8B-B14F-4D97-AF65-F5344CB8AC3E}">
        <p14:creationId xmlns:p14="http://schemas.microsoft.com/office/powerpoint/2010/main" val="3300643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632E201-C885-BA1E-922C-7294B0F3BDB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3A538A9-5C0A-A7CA-AC7E-F17A1A3FC7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A0704B4-48B9-6AC5-F240-E537127383BC}"/>
              </a:ext>
            </a:extLst>
          </p:cNvPr>
          <p:cNvSpPr>
            <a:spLocks noGrp="1" noChangeArrowheads="1"/>
          </p:cNvSpPr>
          <p:nvPr>
            <p:ph type="sldNum" sz="quarter" idx="12"/>
          </p:nvPr>
        </p:nvSpPr>
        <p:spPr>
          <a:ln/>
        </p:spPr>
        <p:txBody>
          <a:bodyPr/>
          <a:lstStyle>
            <a:lvl1pPr>
              <a:defRPr/>
            </a:lvl1pPr>
          </a:lstStyle>
          <a:p>
            <a:fld id="{3736028B-7780-2740-84D2-125172271F5F}" type="slidenum">
              <a:rPr lang="en-US" altLang="en-US"/>
              <a:pPr/>
              <a:t>‹#›</a:t>
            </a:fld>
            <a:endParaRPr lang="en-US" altLang="en-US"/>
          </a:p>
        </p:txBody>
      </p:sp>
    </p:spTree>
    <p:extLst>
      <p:ext uri="{BB962C8B-B14F-4D97-AF65-F5344CB8AC3E}">
        <p14:creationId xmlns:p14="http://schemas.microsoft.com/office/powerpoint/2010/main" val="2033395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957A230-0B31-6099-298E-8E6BCD61898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B8AFC80-D708-A63F-0FA0-0A5ACBA503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D5164D6-57ED-D353-14FB-32C30AD1A65B}"/>
              </a:ext>
            </a:extLst>
          </p:cNvPr>
          <p:cNvSpPr>
            <a:spLocks noGrp="1" noChangeArrowheads="1"/>
          </p:cNvSpPr>
          <p:nvPr>
            <p:ph type="sldNum" sz="quarter" idx="12"/>
          </p:nvPr>
        </p:nvSpPr>
        <p:spPr>
          <a:ln/>
        </p:spPr>
        <p:txBody>
          <a:bodyPr/>
          <a:lstStyle>
            <a:lvl1pPr>
              <a:defRPr/>
            </a:lvl1pPr>
          </a:lstStyle>
          <a:p>
            <a:fld id="{20F41550-D556-0441-894E-44A64D630CD7}" type="slidenum">
              <a:rPr lang="en-US" altLang="en-US"/>
              <a:pPr/>
              <a:t>‹#›</a:t>
            </a:fld>
            <a:endParaRPr lang="en-US" altLang="en-US"/>
          </a:p>
        </p:txBody>
      </p:sp>
    </p:spTree>
    <p:extLst>
      <p:ext uri="{BB962C8B-B14F-4D97-AF65-F5344CB8AC3E}">
        <p14:creationId xmlns:p14="http://schemas.microsoft.com/office/powerpoint/2010/main" val="3264363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2D12EFD-C274-D5EA-8256-1F222D296BC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8BF7FF20-E450-D9E8-E54B-C29D2343CE2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60581DC-096C-84C2-AC81-0580B90476BF}"/>
              </a:ext>
            </a:extLst>
          </p:cNvPr>
          <p:cNvSpPr>
            <a:spLocks noGrp="1" noChangeArrowheads="1"/>
          </p:cNvSpPr>
          <p:nvPr>
            <p:ph type="sldNum" sz="quarter" idx="12"/>
          </p:nvPr>
        </p:nvSpPr>
        <p:spPr>
          <a:ln/>
        </p:spPr>
        <p:txBody>
          <a:bodyPr/>
          <a:lstStyle>
            <a:lvl1pPr>
              <a:defRPr/>
            </a:lvl1pPr>
          </a:lstStyle>
          <a:p>
            <a:fld id="{C74C8C09-C968-4E46-805B-77DFFD8CDF25}" type="slidenum">
              <a:rPr lang="en-US" altLang="en-US"/>
              <a:pPr/>
              <a:t>‹#›</a:t>
            </a:fld>
            <a:endParaRPr lang="en-US" altLang="en-US"/>
          </a:p>
        </p:txBody>
      </p:sp>
    </p:spTree>
    <p:extLst>
      <p:ext uri="{BB962C8B-B14F-4D97-AF65-F5344CB8AC3E}">
        <p14:creationId xmlns:p14="http://schemas.microsoft.com/office/powerpoint/2010/main" val="296950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68CFB38-F075-8DA6-6B2D-5EE4DEBA3D4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03825BB-5A98-3AEE-95BA-1026503096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EDD0AE0-CAF6-254F-00DF-3C65363FE80D}"/>
              </a:ext>
            </a:extLst>
          </p:cNvPr>
          <p:cNvSpPr>
            <a:spLocks noGrp="1" noChangeArrowheads="1"/>
          </p:cNvSpPr>
          <p:nvPr>
            <p:ph type="sldNum" sz="quarter" idx="12"/>
          </p:nvPr>
        </p:nvSpPr>
        <p:spPr>
          <a:ln/>
        </p:spPr>
        <p:txBody>
          <a:bodyPr/>
          <a:lstStyle>
            <a:lvl1pPr>
              <a:defRPr/>
            </a:lvl1pPr>
          </a:lstStyle>
          <a:p>
            <a:fld id="{9A6C6290-A9A8-F444-B6F7-3E0FCCF84EB6}" type="slidenum">
              <a:rPr lang="en-US" altLang="en-US"/>
              <a:pPr/>
              <a:t>‹#›</a:t>
            </a:fld>
            <a:endParaRPr lang="en-US" altLang="en-US"/>
          </a:p>
        </p:txBody>
      </p:sp>
    </p:spTree>
    <p:extLst>
      <p:ext uri="{BB962C8B-B14F-4D97-AF65-F5344CB8AC3E}">
        <p14:creationId xmlns:p14="http://schemas.microsoft.com/office/powerpoint/2010/main" val="1713733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30E4F16-D559-1517-322B-1CAB9926969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3FBA6F2-3FE7-7782-8430-3D76512296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CA2C12B1-975D-5E48-CE84-55CED9D3D784}"/>
              </a:ext>
            </a:extLst>
          </p:cNvPr>
          <p:cNvSpPr>
            <a:spLocks noGrp="1" noChangeArrowheads="1"/>
          </p:cNvSpPr>
          <p:nvPr>
            <p:ph type="sldNum" sz="quarter" idx="12"/>
          </p:nvPr>
        </p:nvSpPr>
        <p:spPr>
          <a:ln/>
        </p:spPr>
        <p:txBody>
          <a:bodyPr/>
          <a:lstStyle>
            <a:lvl1pPr>
              <a:defRPr/>
            </a:lvl1pPr>
          </a:lstStyle>
          <a:p>
            <a:fld id="{84C43555-2A0B-7A46-A691-44D34AF813F3}" type="slidenum">
              <a:rPr lang="en-US" altLang="en-US"/>
              <a:pPr/>
              <a:t>‹#›</a:t>
            </a:fld>
            <a:endParaRPr lang="en-US" altLang="en-US"/>
          </a:p>
        </p:txBody>
      </p:sp>
    </p:spTree>
    <p:extLst>
      <p:ext uri="{BB962C8B-B14F-4D97-AF65-F5344CB8AC3E}">
        <p14:creationId xmlns:p14="http://schemas.microsoft.com/office/powerpoint/2010/main" val="112608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066167B-C979-9EB6-6020-2C6439C3CF1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ACFF681-1E90-5FF8-8888-2FCDF27CBA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1B14F69-F842-7E52-A2DC-351EC6370ADF}"/>
              </a:ext>
            </a:extLst>
          </p:cNvPr>
          <p:cNvSpPr>
            <a:spLocks noGrp="1" noChangeArrowheads="1"/>
          </p:cNvSpPr>
          <p:nvPr>
            <p:ph type="sldNum" sz="quarter" idx="12"/>
          </p:nvPr>
        </p:nvSpPr>
        <p:spPr>
          <a:ln/>
        </p:spPr>
        <p:txBody>
          <a:bodyPr/>
          <a:lstStyle>
            <a:lvl1pPr>
              <a:defRPr/>
            </a:lvl1pPr>
          </a:lstStyle>
          <a:p>
            <a:fld id="{5E292964-C008-F642-B00B-0C4895853497}" type="slidenum">
              <a:rPr lang="en-US" altLang="en-US"/>
              <a:pPr/>
              <a:t>‹#›</a:t>
            </a:fld>
            <a:endParaRPr lang="en-US" altLang="en-US"/>
          </a:p>
        </p:txBody>
      </p:sp>
    </p:spTree>
    <p:extLst>
      <p:ext uri="{BB962C8B-B14F-4D97-AF65-F5344CB8AC3E}">
        <p14:creationId xmlns:p14="http://schemas.microsoft.com/office/powerpoint/2010/main" val="2312692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0C3153D-7FAE-8934-49C0-952C7389A5C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4CE8147-48AA-DCFE-2B54-459DB9978CE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2D5392B-DF5E-6734-DF06-5E56F6B6F0FE}"/>
              </a:ext>
            </a:extLst>
          </p:cNvPr>
          <p:cNvSpPr>
            <a:spLocks noGrp="1" noChangeArrowheads="1"/>
          </p:cNvSpPr>
          <p:nvPr>
            <p:ph type="sldNum" sz="quarter" idx="12"/>
          </p:nvPr>
        </p:nvSpPr>
        <p:spPr>
          <a:ln/>
        </p:spPr>
        <p:txBody>
          <a:bodyPr/>
          <a:lstStyle>
            <a:lvl1pPr>
              <a:defRPr/>
            </a:lvl1pPr>
          </a:lstStyle>
          <a:p>
            <a:fld id="{081CED70-8015-D34C-A32F-F43B156A433F}" type="slidenum">
              <a:rPr lang="en-US" altLang="en-US"/>
              <a:pPr/>
              <a:t>‹#›</a:t>
            </a:fld>
            <a:endParaRPr lang="en-US" altLang="en-US"/>
          </a:p>
        </p:txBody>
      </p:sp>
    </p:spTree>
    <p:extLst>
      <p:ext uri="{BB962C8B-B14F-4D97-AF65-F5344CB8AC3E}">
        <p14:creationId xmlns:p14="http://schemas.microsoft.com/office/powerpoint/2010/main" val="302613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4A960C7-0ADA-C4DD-CE54-76D0C81889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919FD6C-3365-A5B6-E21B-CE76455D6B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5D918C3-0D8E-3E5A-DC6B-20EE52507DB8}"/>
              </a:ext>
            </a:extLst>
          </p:cNvPr>
          <p:cNvSpPr>
            <a:spLocks noGrp="1" noChangeArrowheads="1"/>
          </p:cNvSpPr>
          <p:nvPr>
            <p:ph type="sldNum" sz="quarter" idx="12"/>
          </p:nvPr>
        </p:nvSpPr>
        <p:spPr>
          <a:ln/>
        </p:spPr>
        <p:txBody>
          <a:bodyPr/>
          <a:lstStyle>
            <a:lvl1pPr>
              <a:defRPr/>
            </a:lvl1pPr>
          </a:lstStyle>
          <a:p>
            <a:fld id="{5992D644-8A53-C340-A955-6C007F93B40A}" type="slidenum">
              <a:rPr lang="en-US" altLang="en-US"/>
              <a:pPr/>
              <a:t>‹#›</a:t>
            </a:fld>
            <a:endParaRPr lang="en-US" altLang="en-US"/>
          </a:p>
        </p:txBody>
      </p:sp>
    </p:spTree>
    <p:extLst>
      <p:ext uri="{BB962C8B-B14F-4D97-AF65-F5344CB8AC3E}">
        <p14:creationId xmlns:p14="http://schemas.microsoft.com/office/powerpoint/2010/main" val="2841612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F516516-BC0B-5F78-4C84-DB4EB52AF8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C0F4582-E66E-3A44-4691-87656FB1D7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95EFCE-7336-3B63-5FEF-D31C786908A7}"/>
              </a:ext>
            </a:extLst>
          </p:cNvPr>
          <p:cNvSpPr>
            <a:spLocks noGrp="1" noChangeArrowheads="1"/>
          </p:cNvSpPr>
          <p:nvPr>
            <p:ph type="sldNum" sz="quarter" idx="12"/>
          </p:nvPr>
        </p:nvSpPr>
        <p:spPr>
          <a:ln/>
        </p:spPr>
        <p:txBody>
          <a:bodyPr/>
          <a:lstStyle>
            <a:lvl1pPr>
              <a:defRPr/>
            </a:lvl1pPr>
          </a:lstStyle>
          <a:p>
            <a:fld id="{E9887112-2547-BC40-B06A-6F7374E6F94A}" type="slidenum">
              <a:rPr lang="en-US" altLang="en-US"/>
              <a:pPr/>
              <a:t>‹#›</a:t>
            </a:fld>
            <a:endParaRPr lang="en-US" altLang="en-US"/>
          </a:p>
        </p:txBody>
      </p:sp>
    </p:spTree>
    <p:extLst>
      <p:ext uri="{BB962C8B-B14F-4D97-AF65-F5344CB8AC3E}">
        <p14:creationId xmlns:p14="http://schemas.microsoft.com/office/powerpoint/2010/main" val="3905057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CCAF242-5D04-DFEC-91A7-6786EFFAB21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FEFCB5B-BDA1-6AAD-124B-EBC1362406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2134AC1-E0AB-0E1E-C98B-6F787B30515C}"/>
              </a:ext>
            </a:extLst>
          </p:cNvPr>
          <p:cNvSpPr>
            <a:spLocks noGrp="1" noChangeArrowheads="1"/>
          </p:cNvSpPr>
          <p:nvPr>
            <p:ph type="sldNum" sz="quarter" idx="12"/>
          </p:nvPr>
        </p:nvSpPr>
        <p:spPr>
          <a:ln/>
        </p:spPr>
        <p:txBody>
          <a:bodyPr/>
          <a:lstStyle>
            <a:lvl1pPr>
              <a:defRPr/>
            </a:lvl1pPr>
          </a:lstStyle>
          <a:p>
            <a:fld id="{F981FA66-77AC-AF4A-B6FA-A08BB14D4D9B}" type="slidenum">
              <a:rPr lang="en-US" altLang="en-US"/>
              <a:pPr/>
              <a:t>‹#›</a:t>
            </a:fld>
            <a:endParaRPr lang="en-US" altLang="en-US"/>
          </a:p>
        </p:txBody>
      </p:sp>
    </p:spTree>
    <p:extLst>
      <p:ext uri="{BB962C8B-B14F-4D97-AF65-F5344CB8AC3E}">
        <p14:creationId xmlns:p14="http://schemas.microsoft.com/office/powerpoint/2010/main" val="3125269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B7D534A-B055-C77D-8B1B-5CE423C4F36C}"/>
              </a:ext>
            </a:extLst>
          </p:cNvPr>
          <p:cNvGrpSpPr>
            <a:grpSpLocks/>
          </p:cNvGrpSpPr>
          <p:nvPr/>
        </p:nvGrpSpPr>
        <p:grpSpPr bwMode="auto">
          <a:xfrm>
            <a:off x="2084388" y="296863"/>
            <a:ext cx="6823075" cy="5353050"/>
            <a:chOff x="1313" y="187"/>
            <a:chExt cx="4298" cy="3372"/>
          </a:xfrm>
        </p:grpSpPr>
        <p:grpSp>
          <p:nvGrpSpPr>
            <p:cNvPr id="3" name="Group 3">
              <a:extLst>
                <a:ext uri="{FF2B5EF4-FFF2-40B4-BE49-F238E27FC236}">
                  <a16:creationId xmlns:a16="http://schemas.microsoft.com/office/drawing/2014/main" id="{A67929D2-5E7F-26ED-27C2-3CD6BB56DF59}"/>
                </a:ext>
              </a:extLst>
            </p:cNvPr>
            <p:cNvGrpSpPr>
              <a:grpSpLocks/>
            </p:cNvGrpSpPr>
            <p:nvPr/>
          </p:nvGrpSpPr>
          <p:grpSpPr bwMode="auto">
            <a:xfrm>
              <a:off x="2194" y="601"/>
              <a:ext cx="596" cy="447"/>
              <a:chOff x="0" y="0"/>
              <a:chExt cx="768" cy="576"/>
            </a:xfrm>
          </p:grpSpPr>
          <p:sp>
            <p:nvSpPr>
              <p:cNvPr id="40135" name="Oval 4">
                <a:extLst>
                  <a:ext uri="{FF2B5EF4-FFF2-40B4-BE49-F238E27FC236}">
                    <a16:creationId xmlns:a16="http://schemas.microsoft.com/office/drawing/2014/main" id="{A003719A-A0D4-B987-5302-93BF261C2220}"/>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40136" name="Oval 5">
                <a:extLst>
                  <a:ext uri="{FF2B5EF4-FFF2-40B4-BE49-F238E27FC236}">
                    <a16:creationId xmlns:a16="http://schemas.microsoft.com/office/drawing/2014/main" id="{B6AA924B-1AA0-D71C-F71C-52C694CBE248}"/>
                  </a:ext>
                </a:extLst>
              </p:cNvPr>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4" name="Group 6">
              <a:extLst>
                <a:ext uri="{FF2B5EF4-FFF2-40B4-BE49-F238E27FC236}">
                  <a16:creationId xmlns:a16="http://schemas.microsoft.com/office/drawing/2014/main" id="{B21B58F8-9350-A862-5BD1-231F8158EE25}"/>
                </a:ext>
              </a:extLst>
            </p:cNvPr>
            <p:cNvGrpSpPr>
              <a:grpSpLocks/>
            </p:cNvGrpSpPr>
            <p:nvPr/>
          </p:nvGrpSpPr>
          <p:grpSpPr bwMode="auto">
            <a:xfrm>
              <a:off x="1312" y="186"/>
              <a:ext cx="4299" cy="3371"/>
              <a:chOff x="0" y="2"/>
              <a:chExt cx="5533" cy="4339"/>
            </a:xfrm>
          </p:grpSpPr>
          <p:grpSp>
            <p:nvGrpSpPr>
              <p:cNvPr id="20" name="Group 7">
                <a:extLst>
                  <a:ext uri="{FF2B5EF4-FFF2-40B4-BE49-F238E27FC236}">
                    <a16:creationId xmlns:a16="http://schemas.microsoft.com/office/drawing/2014/main" id="{811B3060-5D57-BED8-E948-1EAC7F740B37}"/>
                  </a:ext>
                </a:extLst>
              </p:cNvPr>
              <p:cNvGrpSpPr>
                <a:grpSpLocks/>
              </p:cNvGrpSpPr>
              <p:nvPr/>
            </p:nvGrpSpPr>
            <p:grpSpPr bwMode="auto">
              <a:xfrm>
                <a:off x="0" y="2"/>
                <a:ext cx="5470" cy="4339"/>
                <a:chOff x="0" y="2"/>
                <a:chExt cx="5470" cy="4339"/>
              </a:xfrm>
            </p:grpSpPr>
            <p:grpSp>
              <p:nvGrpSpPr>
                <p:cNvPr id="31" name="Group 8">
                  <a:extLst>
                    <a:ext uri="{FF2B5EF4-FFF2-40B4-BE49-F238E27FC236}">
                      <a16:creationId xmlns:a16="http://schemas.microsoft.com/office/drawing/2014/main" id="{1917B59D-5B21-946B-A66B-7D265E025F65}"/>
                    </a:ext>
                  </a:extLst>
                </p:cNvPr>
                <p:cNvGrpSpPr>
                  <a:grpSpLocks/>
                </p:cNvGrpSpPr>
                <p:nvPr/>
              </p:nvGrpSpPr>
              <p:grpSpPr bwMode="auto">
                <a:xfrm>
                  <a:off x="1339" y="788"/>
                  <a:ext cx="2919" cy="2149"/>
                  <a:chOff x="1265" y="816"/>
                  <a:chExt cx="2919" cy="2149"/>
                </a:xfrm>
              </p:grpSpPr>
              <p:sp>
                <p:nvSpPr>
                  <p:cNvPr id="40133" name="Oval 9">
                    <a:extLst>
                      <a:ext uri="{FF2B5EF4-FFF2-40B4-BE49-F238E27FC236}">
                        <a16:creationId xmlns:a16="http://schemas.microsoft.com/office/drawing/2014/main" id="{9A1A63C0-CD3F-F901-E4CC-E1E4B3A393F1}"/>
                      </a:ext>
                    </a:extLst>
                  </p:cNvPr>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40134" name="Oval 10">
                    <a:extLst>
                      <a:ext uri="{FF2B5EF4-FFF2-40B4-BE49-F238E27FC236}">
                        <a16:creationId xmlns:a16="http://schemas.microsoft.com/office/drawing/2014/main" id="{A0A88339-1AFF-08E7-1A3E-63027BF0AE59}"/>
                      </a:ext>
                    </a:extLst>
                  </p:cNvPr>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2" name="Group 11">
                  <a:extLst>
                    <a:ext uri="{FF2B5EF4-FFF2-40B4-BE49-F238E27FC236}">
                      <a16:creationId xmlns:a16="http://schemas.microsoft.com/office/drawing/2014/main" id="{8148816B-074F-A72D-6427-7E691299902F}"/>
                    </a:ext>
                  </a:extLst>
                </p:cNvPr>
                <p:cNvGrpSpPr>
                  <a:grpSpLocks/>
                </p:cNvGrpSpPr>
                <p:nvPr/>
              </p:nvGrpSpPr>
              <p:grpSpPr bwMode="auto">
                <a:xfrm>
                  <a:off x="0" y="2"/>
                  <a:ext cx="5470" cy="4339"/>
                  <a:chOff x="0" y="2"/>
                  <a:chExt cx="5470" cy="4339"/>
                </a:xfrm>
              </p:grpSpPr>
              <p:grpSp>
                <p:nvGrpSpPr>
                  <p:cNvPr id="33" name="Group 12">
                    <a:extLst>
                      <a:ext uri="{FF2B5EF4-FFF2-40B4-BE49-F238E27FC236}">
                        <a16:creationId xmlns:a16="http://schemas.microsoft.com/office/drawing/2014/main" id="{6610FBED-B7A9-1146-6DD1-13F8A26791AB}"/>
                      </a:ext>
                    </a:extLst>
                  </p:cNvPr>
                  <p:cNvGrpSpPr>
                    <a:grpSpLocks/>
                  </p:cNvGrpSpPr>
                  <p:nvPr/>
                </p:nvGrpSpPr>
                <p:grpSpPr bwMode="auto">
                  <a:xfrm>
                    <a:off x="3544" y="1504"/>
                    <a:ext cx="1259" cy="2324"/>
                    <a:chOff x="3470" y="1532"/>
                    <a:chExt cx="1259" cy="2324"/>
                  </a:xfrm>
                </p:grpSpPr>
                <p:sp>
                  <p:nvSpPr>
                    <p:cNvPr id="40131" name="Freeform 13">
                      <a:extLst>
                        <a:ext uri="{FF2B5EF4-FFF2-40B4-BE49-F238E27FC236}">
                          <a16:creationId xmlns:a16="http://schemas.microsoft.com/office/drawing/2014/main" id="{E88E1282-E5B4-2659-6468-B20A1E8C3AC5}"/>
                        </a:ext>
                      </a:extLst>
                    </p:cNvPr>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40132" name="Freeform 14">
                      <a:extLst>
                        <a:ext uri="{FF2B5EF4-FFF2-40B4-BE49-F238E27FC236}">
                          <a16:creationId xmlns:a16="http://schemas.microsoft.com/office/drawing/2014/main" id="{C0C671CB-1C2A-BD6D-E493-D1FE56F37A29}"/>
                        </a:ext>
                      </a:extLst>
                    </p:cNvPr>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4" name="Group 15">
                    <a:extLst>
                      <a:ext uri="{FF2B5EF4-FFF2-40B4-BE49-F238E27FC236}">
                        <a16:creationId xmlns:a16="http://schemas.microsoft.com/office/drawing/2014/main" id="{E96E8044-0829-0397-0CB2-4BCFCCE0EECB}"/>
                      </a:ext>
                    </a:extLst>
                  </p:cNvPr>
                  <p:cNvGrpSpPr>
                    <a:grpSpLocks/>
                  </p:cNvGrpSpPr>
                  <p:nvPr/>
                </p:nvGrpSpPr>
                <p:grpSpPr bwMode="auto">
                  <a:xfrm>
                    <a:off x="2938" y="1991"/>
                    <a:ext cx="2462" cy="1332"/>
                    <a:chOff x="2864" y="2019"/>
                    <a:chExt cx="2462" cy="1332"/>
                  </a:xfrm>
                </p:grpSpPr>
                <p:sp>
                  <p:nvSpPr>
                    <p:cNvPr id="40129" name="Freeform 16">
                      <a:extLst>
                        <a:ext uri="{FF2B5EF4-FFF2-40B4-BE49-F238E27FC236}">
                          <a16:creationId xmlns:a16="http://schemas.microsoft.com/office/drawing/2014/main" id="{09AF1C5D-A15E-2696-FD37-8B08511D250B}"/>
                        </a:ext>
                      </a:extLst>
                    </p:cNvPr>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30" name="Freeform 17">
                      <a:extLst>
                        <a:ext uri="{FF2B5EF4-FFF2-40B4-BE49-F238E27FC236}">
                          <a16:creationId xmlns:a16="http://schemas.microsoft.com/office/drawing/2014/main" id="{77ECC015-508E-D9C9-C7C6-1E6347991C56}"/>
                        </a:ext>
                      </a:extLst>
                    </p:cNvPr>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5" name="Group 18">
                    <a:extLst>
                      <a:ext uri="{FF2B5EF4-FFF2-40B4-BE49-F238E27FC236}">
                        <a16:creationId xmlns:a16="http://schemas.microsoft.com/office/drawing/2014/main" id="{14583380-FBDF-C2EC-36CD-7696B7E58146}"/>
                      </a:ext>
                    </a:extLst>
                  </p:cNvPr>
                  <p:cNvGrpSpPr>
                    <a:grpSpLocks/>
                  </p:cNvGrpSpPr>
                  <p:nvPr/>
                </p:nvGrpSpPr>
                <p:grpSpPr bwMode="auto">
                  <a:xfrm>
                    <a:off x="2970" y="1803"/>
                    <a:ext cx="2478" cy="1065"/>
                    <a:chOff x="2896" y="1831"/>
                    <a:chExt cx="2478" cy="1065"/>
                  </a:xfrm>
                </p:grpSpPr>
                <p:sp>
                  <p:nvSpPr>
                    <p:cNvPr id="40127" name="Freeform 19">
                      <a:extLst>
                        <a:ext uri="{FF2B5EF4-FFF2-40B4-BE49-F238E27FC236}">
                          <a16:creationId xmlns:a16="http://schemas.microsoft.com/office/drawing/2014/main" id="{7E675822-026D-B67C-9D20-5461616B8B08}"/>
                        </a:ext>
                      </a:extLst>
                    </p:cNvPr>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28" name="Freeform 20">
                      <a:extLst>
                        <a:ext uri="{FF2B5EF4-FFF2-40B4-BE49-F238E27FC236}">
                          <a16:creationId xmlns:a16="http://schemas.microsoft.com/office/drawing/2014/main" id="{3EF92DC4-385B-56BF-1122-58A4E1BF7C56}"/>
                        </a:ext>
                      </a:extLst>
                    </p:cNvPr>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6" name="Group 21">
                    <a:extLst>
                      <a:ext uri="{FF2B5EF4-FFF2-40B4-BE49-F238E27FC236}">
                        <a16:creationId xmlns:a16="http://schemas.microsoft.com/office/drawing/2014/main" id="{6970A171-4EDF-CF49-FCFA-4EBF7D8CD7D3}"/>
                      </a:ext>
                    </a:extLst>
                  </p:cNvPr>
                  <p:cNvGrpSpPr>
                    <a:grpSpLocks/>
                  </p:cNvGrpSpPr>
                  <p:nvPr/>
                </p:nvGrpSpPr>
                <p:grpSpPr bwMode="auto">
                  <a:xfrm>
                    <a:off x="2998" y="1608"/>
                    <a:ext cx="2472" cy="927"/>
                    <a:chOff x="2924" y="1636"/>
                    <a:chExt cx="2472" cy="927"/>
                  </a:xfrm>
                </p:grpSpPr>
                <p:sp>
                  <p:nvSpPr>
                    <p:cNvPr id="40125" name="Freeform 22">
                      <a:extLst>
                        <a:ext uri="{FF2B5EF4-FFF2-40B4-BE49-F238E27FC236}">
                          <a16:creationId xmlns:a16="http://schemas.microsoft.com/office/drawing/2014/main" id="{31D4E13F-9A55-F60D-45EE-0D4303E6CB82}"/>
                        </a:ext>
                      </a:extLst>
                    </p:cNvPr>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26" name="Freeform 23">
                      <a:extLst>
                        <a:ext uri="{FF2B5EF4-FFF2-40B4-BE49-F238E27FC236}">
                          <a16:creationId xmlns:a16="http://schemas.microsoft.com/office/drawing/2014/main" id="{0EAAF875-A26C-BB56-258D-343E3950E203}"/>
                        </a:ext>
                      </a:extLst>
                    </p:cNvPr>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24">
                    <a:extLst>
                      <a:ext uri="{FF2B5EF4-FFF2-40B4-BE49-F238E27FC236}">
                        <a16:creationId xmlns:a16="http://schemas.microsoft.com/office/drawing/2014/main" id="{4C33BE76-D956-8F72-4088-CBED3E5C81BC}"/>
                      </a:ext>
                    </a:extLst>
                  </p:cNvPr>
                  <p:cNvGrpSpPr>
                    <a:grpSpLocks/>
                  </p:cNvGrpSpPr>
                  <p:nvPr/>
                </p:nvGrpSpPr>
                <p:grpSpPr bwMode="auto">
                  <a:xfrm>
                    <a:off x="3032" y="1386"/>
                    <a:ext cx="2341" cy="657"/>
                    <a:chOff x="2958" y="1414"/>
                    <a:chExt cx="2341" cy="657"/>
                  </a:xfrm>
                </p:grpSpPr>
                <p:sp>
                  <p:nvSpPr>
                    <p:cNvPr id="40123" name="Freeform 25">
                      <a:extLst>
                        <a:ext uri="{FF2B5EF4-FFF2-40B4-BE49-F238E27FC236}">
                          <a16:creationId xmlns:a16="http://schemas.microsoft.com/office/drawing/2014/main" id="{9E15BAEE-2D51-EFFF-71E5-1910F5E2974F}"/>
                        </a:ext>
                      </a:extLst>
                    </p:cNvPr>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24" name="Freeform 26">
                      <a:extLst>
                        <a:ext uri="{FF2B5EF4-FFF2-40B4-BE49-F238E27FC236}">
                          <a16:creationId xmlns:a16="http://schemas.microsoft.com/office/drawing/2014/main" id="{74698882-3BFC-E422-7A63-EC87C853B7A1}"/>
                        </a:ext>
                      </a:extLst>
                    </p:cNvPr>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7">
                    <a:extLst>
                      <a:ext uri="{FF2B5EF4-FFF2-40B4-BE49-F238E27FC236}">
                        <a16:creationId xmlns:a16="http://schemas.microsoft.com/office/drawing/2014/main" id="{8E1D2EB5-53DC-F101-4040-42CB7DB0746E}"/>
                      </a:ext>
                    </a:extLst>
                  </p:cNvPr>
                  <p:cNvGrpSpPr>
                    <a:grpSpLocks/>
                  </p:cNvGrpSpPr>
                  <p:nvPr/>
                </p:nvGrpSpPr>
                <p:grpSpPr bwMode="auto">
                  <a:xfrm>
                    <a:off x="3057" y="1241"/>
                    <a:ext cx="2150" cy="342"/>
                    <a:chOff x="2983" y="1269"/>
                    <a:chExt cx="2150" cy="342"/>
                  </a:xfrm>
                </p:grpSpPr>
                <p:sp>
                  <p:nvSpPr>
                    <p:cNvPr id="40121" name="Freeform 28">
                      <a:extLst>
                        <a:ext uri="{FF2B5EF4-FFF2-40B4-BE49-F238E27FC236}">
                          <a16:creationId xmlns:a16="http://schemas.microsoft.com/office/drawing/2014/main" id="{B289BEAC-453C-1288-A454-CCF6CADA1873}"/>
                        </a:ext>
                      </a:extLst>
                    </p:cNvPr>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22" name="Freeform 29">
                      <a:extLst>
                        <a:ext uri="{FF2B5EF4-FFF2-40B4-BE49-F238E27FC236}">
                          <a16:creationId xmlns:a16="http://schemas.microsoft.com/office/drawing/2014/main" id="{4527841B-BD32-4CA3-C84D-BDFDCF885145}"/>
                        </a:ext>
                      </a:extLst>
                    </p:cNvPr>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30">
                    <a:extLst>
                      <a:ext uri="{FF2B5EF4-FFF2-40B4-BE49-F238E27FC236}">
                        <a16:creationId xmlns:a16="http://schemas.microsoft.com/office/drawing/2014/main" id="{95DB9792-36AF-7A03-B92D-C53B369C4F9B}"/>
                      </a:ext>
                    </a:extLst>
                  </p:cNvPr>
                  <p:cNvGrpSpPr>
                    <a:grpSpLocks/>
                  </p:cNvGrpSpPr>
                  <p:nvPr/>
                </p:nvGrpSpPr>
                <p:grpSpPr bwMode="auto">
                  <a:xfrm>
                    <a:off x="3012" y="891"/>
                    <a:ext cx="1879" cy="424"/>
                    <a:chOff x="2938" y="919"/>
                    <a:chExt cx="1879" cy="424"/>
                  </a:xfrm>
                </p:grpSpPr>
                <p:sp>
                  <p:nvSpPr>
                    <p:cNvPr id="40119" name="Freeform 31">
                      <a:extLst>
                        <a:ext uri="{FF2B5EF4-FFF2-40B4-BE49-F238E27FC236}">
                          <a16:creationId xmlns:a16="http://schemas.microsoft.com/office/drawing/2014/main" id="{5417C828-CCE9-B43C-CDCE-7F74F43B15BE}"/>
                        </a:ext>
                      </a:extLst>
                    </p:cNvPr>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20" name="Freeform 32">
                      <a:extLst>
                        <a:ext uri="{FF2B5EF4-FFF2-40B4-BE49-F238E27FC236}">
                          <a16:creationId xmlns:a16="http://schemas.microsoft.com/office/drawing/2014/main" id="{61DF33F4-DD9F-4F4E-BEFD-6981F90A8193}"/>
                        </a:ext>
                      </a:extLst>
                    </p:cNvPr>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33">
                    <a:extLst>
                      <a:ext uri="{FF2B5EF4-FFF2-40B4-BE49-F238E27FC236}">
                        <a16:creationId xmlns:a16="http://schemas.microsoft.com/office/drawing/2014/main" id="{C02BA2A7-AA9A-0748-136B-C079CFF5EC85}"/>
                      </a:ext>
                    </a:extLst>
                  </p:cNvPr>
                  <p:cNvGrpSpPr>
                    <a:grpSpLocks/>
                  </p:cNvGrpSpPr>
                  <p:nvPr/>
                </p:nvGrpSpPr>
                <p:grpSpPr bwMode="auto">
                  <a:xfrm>
                    <a:off x="711" y="1625"/>
                    <a:ext cx="1257" cy="2326"/>
                    <a:chOff x="637" y="1653"/>
                    <a:chExt cx="1257" cy="2326"/>
                  </a:xfrm>
                </p:grpSpPr>
                <p:sp>
                  <p:nvSpPr>
                    <p:cNvPr id="40117" name="Freeform 34">
                      <a:extLst>
                        <a:ext uri="{FF2B5EF4-FFF2-40B4-BE49-F238E27FC236}">
                          <a16:creationId xmlns:a16="http://schemas.microsoft.com/office/drawing/2014/main" id="{4C92A528-EE2D-E936-D11A-AE3D5E506E39}"/>
                        </a:ext>
                      </a:extLst>
                    </p:cNvPr>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18" name="Freeform 35">
                      <a:extLst>
                        <a:ext uri="{FF2B5EF4-FFF2-40B4-BE49-F238E27FC236}">
                          <a16:creationId xmlns:a16="http://schemas.microsoft.com/office/drawing/2014/main" id="{E2B11CD5-7BB5-59AA-3C9C-F31EE4CEC1BF}"/>
                        </a:ext>
                      </a:extLst>
                    </p:cNvPr>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1" name="Group 36">
                    <a:extLst>
                      <a:ext uri="{FF2B5EF4-FFF2-40B4-BE49-F238E27FC236}">
                        <a16:creationId xmlns:a16="http://schemas.microsoft.com/office/drawing/2014/main" id="{EA2515DC-6C8D-BB9F-E8D9-BAE80FB17646}"/>
                      </a:ext>
                    </a:extLst>
                  </p:cNvPr>
                  <p:cNvGrpSpPr>
                    <a:grpSpLocks/>
                  </p:cNvGrpSpPr>
                  <p:nvPr/>
                </p:nvGrpSpPr>
                <p:grpSpPr bwMode="auto">
                  <a:xfrm>
                    <a:off x="69" y="2168"/>
                    <a:ext cx="2461" cy="1334"/>
                    <a:chOff x="-5" y="2196"/>
                    <a:chExt cx="2461" cy="1334"/>
                  </a:xfrm>
                </p:grpSpPr>
                <p:sp>
                  <p:nvSpPr>
                    <p:cNvPr id="40115" name="Freeform 37">
                      <a:extLst>
                        <a:ext uri="{FF2B5EF4-FFF2-40B4-BE49-F238E27FC236}">
                          <a16:creationId xmlns:a16="http://schemas.microsoft.com/office/drawing/2014/main" id="{296ACFF7-2A64-0075-9871-47905D46B3FF}"/>
                        </a:ext>
                      </a:extLst>
                    </p:cNvPr>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16" name="Freeform 38">
                      <a:extLst>
                        <a:ext uri="{FF2B5EF4-FFF2-40B4-BE49-F238E27FC236}">
                          <a16:creationId xmlns:a16="http://schemas.microsoft.com/office/drawing/2014/main" id="{41756D4A-C8B2-C21D-4EE0-1FF034EE9405}"/>
                        </a:ext>
                      </a:extLst>
                    </p:cNvPr>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2" name="Group 39">
                    <a:extLst>
                      <a:ext uri="{FF2B5EF4-FFF2-40B4-BE49-F238E27FC236}">
                        <a16:creationId xmlns:a16="http://schemas.microsoft.com/office/drawing/2014/main" id="{1E9CD488-DE63-4409-A62D-0C9EB8FA94CC}"/>
                      </a:ext>
                    </a:extLst>
                  </p:cNvPr>
                  <p:cNvGrpSpPr>
                    <a:grpSpLocks/>
                  </p:cNvGrpSpPr>
                  <p:nvPr/>
                </p:nvGrpSpPr>
                <p:grpSpPr bwMode="auto">
                  <a:xfrm>
                    <a:off x="22" y="1981"/>
                    <a:ext cx="2477" cy="1063"/>
                    <a:chOff x="-52" y="2009"/>
                    <a:chExt cx="2477" cy="1063"/>
                  </a:xfrm>
                </p:grpSpPr>
                <p:sp>
                  <p:nvSpPr>
                    <p:cNvPr id="40113" name="Freeform 40">
                      <a:extLst>
                        <a:ext uri="{FF2B5EF4-FFF2-40B4-BE49-F238E27FC236}">
                          <a16:creationId xmlns:a16="http://schemas.microsoft.com/office/drawing/2014/main" id="{4ABAAF88-9819-34DB-79BC-7B7EA7DA0584}"/>
                        </a:ext>
                      </a:extLst>
                    </p:cNvPr>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14" name="Freeform 41">
                      <a:extLst>
                        <a:ext uri="{FF2B5EF4-FFF2-40B4-BE49-F238E27FC236}">
                          <a16:creationId xmlns:a16="http://schemas.microsoft.com/office/drawing/2014/main" id="{2A833208-A470-1C7C-9F8A-2F42DC7E1497}"/>
                        </a:ext>
                      </a:extLst>
                    </p:cNvPr>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42">
                    <a:extLst>
                      <a:ext uri="{FF2B5EF4-FFF2-40B4-BE49-F238E27FC236}">
                        <a16:creationId xmlns:a16="http://schemas.microsoft.com/office/drawing/2014/main" id="{27604B37-37DA-FA9C-861E-4CED7643A334}"/>
                      </a:ext>
                    </a:extLst>
                  </p:cNvPr>
                  <p:cNvGrpSpPr>
                    <a:grpSpLocks/>
                  </p:cNvGrpSpPr>
                  <p:nvPr/>
                </p:nvGrpSpPr>
                <p:grpSpPr bwMode="auto">
                  <a:xfrm>
                    <a:off x="0" y="1785"/>
                    <a:ext cx="2472" cy="928"/>
                    <a:chOff x="-74" y="1813"/>
                    <a:chExt cx="2472" cy="928"/>
                  </a:xfrm>
                </p:grpSpPr>
                <p:sp>
                  <p:nvSpPr>
                    <p:cNvPr id="40111" name="Freeform 43">
                      <a:extLst>
                        <a:ext uri="{FF2B5EF4-FFF2-40B4-BE49-F238E27FC236}">
                          <a16:creationId xmlns:a16="http://schemas.microsoft.com/office/drawing/2014/main" id="{DB83E9E4-5B22-B695-8A37-027767086367}"/>
                        </a:ext>
                      </a:extLst>
                    </p:cNvPr>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12" name="Freeform 44">
                      <a:extLst>
                        <a:ext uri="{FF2B5EF4-FFF2-40B4-BE49-F238E27FC236}">
                          <a16:creationId xmlns:a16="http://schemas.microsoft.com/office/drawing/2014/main" id="{5F2942E6-0622-9EAB-96F9-936CA2BBC671}"/>
                        </a:ext>
                      </a:extLst>
                    </p:cNvPr>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45">
                    <a:extLst>
                      <a:ext uri="{FF2B5EF4-FFF2-40B4-BE49-F238E27FC236}">
                        <a16:creationId xmlns:a16="http://schemas.microsoft.com/office/drawing/2014/main" id="{89E1C856-5099-49E0-AEDB-2D754758B888}"/>
                      </a:ext>
                    </a:extLst>
                  </p:cNvPr>
                  <p:cNvGrpSpPr>
                    <a:grpSpLocks/>
                  </p:cNvGrpSpPr>
                  <p:nvPr/>
                </p:nvGrpSpPr>
                <p:grpSpPr bwMode="auto">
                  <a:xfrm>
                    <a:off x="97" y="1563"/>
                    <a:ext cx="2339" cy="656"/>
                    <a:chOff x="23" y="1591"/>
                    <a:chExt cx="2339" cy="656"/>
                  </a:xfrm>
                </p:grpSpPr>
                <p:sp>
                  <p:nvSpPr>
                    <p:cNvPr id="40109" name="Freeform 46">
                      <a:extLst>
                        <a:ext uri="{FF2B5EF4-FFF2-40B4-BE49-F238E27FC236}">
                          <a16:creationId xmlns:a16="http://schemas.microsoft.com/office/drawing/2014/main" id="{A2E98094-8ECE-61B2-DC06-AE82A9A4A7AC}"/>
                        </a:ext>
                      </a:extLst>
                    </p:cNvPr>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10" name="Freeform 47">
                      <a:extLst>
                        <a:ext uri="{FF2B5EF4-FFF2-40B4-BE49-F238E27FC236}">
                          <a16:creationId xmlns:a16="http://schemas.microsoft.com/office/drawing/2014/main" id="{399EF84D-C183-46E0-D383-4A9FDF5F1528}"/>
                        </a:ext>
                      </a:extLst>
                    </p:cNvPr>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8">
                    <a:extLst>
                      <a:ext uri="{FF2B5EF4-FFF2-40B4-BE49-F238E27FC236}">
                        <a16:creationId xmlns:a16="http://schemas.microsoft.com/office/drawing/2014/main" id="{28F59B94-36AF-22EB-F4EE-3B1290690C1F}"/>
                      </a:ext>
                    </a:extLst>
                  </p:cNvPr>
                  <p:cNvGrpSpPr>
                    <a:grpSpLocks/>
                  </p:cNvGrpSpPr>
                  <p:nvPr/>
                </p:nvGrpSpPr>
                <p:grpSpPr bwMode="auto">
                  <a:xfrm>
                    <a:off x="263" y="1417"/>
                    <a:ext cx="2150" cy="344"/>
                    <a:chOff x="189" y="1445"/>
                    <a:chExt cx="2150" cy="344"/>
                  </a:xfrm>
                </p:grpSpPr>
                <p:sp>
                  <p:nvSpPr>
                    <p:cNvPr id="40107" name="Freeform 49">
                      <a:extLst>
                        <a:ext uri="{FF2B5EF4-FFF2-40B4-BE49-F238E27FC236}">
                          <a16:creationId xmlns:a16="http://schemas.microsoft.com/office/drawing/2014/main" id="{115E2588-DAA2-77D0-543C-08FD6743EF5C}"/>
                        </a:ext>
                      </a:extLst>
                    </p:cNvPr>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08" name="Freeform 50">
                      <a:extLst>
                        <a:ext uri="{FF2B5EF4-FFF2-40B4-BE49-F238E27FC236}">
                          <a16:creationId xmlns:a16="http://schemas.microsoft.com/office/drawing/2014/main" id="{DF7E020E-AA47-9624-0F64-439CB15261F0}"/>
                        </a:ext>
                      </a:extLst>
                    </p:cNvPr>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51">
                    <a:extLst>
                      <a:ext uri="{FF2B5EF4-FFF2-40B4-BE49-F238E27FC236}">
                        <a16:creationId xmlns:a16="http://schemas.microsoft.com/office/drawing/2014/main" id="{F6AAA8CC-E56A-CD17-80AB-473DFB24F04E}"/>
                      </a:ext>
                    </a:extLst>
                  </p:cNvPr>
                  <p:cNvGrpSpPr>
                    <a:grpSpLocks/>
                  </p:cNvGrpSpPr>
                  <p:nvPr/>
                </p:nvGrpSpPr>
                <p:grpSpPr bwMode="auto">
                  <a:xfrm>
                    <a:off x="579" y="1066"/>
                    <a:ext cx="1879" cy="427"/>
                    <a:chOff x="505" y="1094"/>
                    <a:chExt cx="1879" cy="427"/>
                  </a:xfrm>
                </p:grpSpPr>
                <p:sp>
                  <p:nvSpPr>
                    <p:cNvPr id="40105" name="Freeform 52">
                      <a:extLst>
                        <a:ext uri="{FF2B5EF4-FFF2-40B4-BE49-F238E27FC236}">
                          <a16:creationId xmlns:a16="http://schemas.microsoft.com/office/drawing/2014/main" id="{ACFFB0A6-72DC-1374-EAD2-D896325B5033}"/>
                        </a:ext>
                      </a:extLst>
                    </p:cNvPr>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06" name="Freeform 53">
                      <a:extLst>
                        <a:ext uri="{FF2B5EF4-FFF2-40B4-BE49-F238E27FC236}">
                          <a16:creationId xmlns:a16="http://schemas.microsoft.com/office/drawing/2014/main" id="{0EC1BB7F-E8EE-D647-EC0A-EEAC31815E56}"/>
                        </a:ext>
                      </a:extLst>
                    </p:cNvPr>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7" name="Group 54">
                    <a:extLst>
                      <a:ext uri="{FF2B5EF4-FFF2-40B4-BE49-F238E27FC236}">
                        <a16:creationId xmlns:a16="http://schemas.microsoft.com/office/drawing/2014/main" id="{C9645B12-1F55-27D2-351D-FD3308DF5641}"/>
                      </a:ext>
                    </a:extLst>
                  </p:cNvPr>
                  <p:cNvGrpSpPr>
                    <a:grpSpLocks/>
                  </p:cNvGrpSpPr>
                  <p:nvPr/>
                </p:nvGrpSpPr>
                <p:grpSpPr bwMode="auto">
                  <a:xfrm>
                    <a:off x="690" y="873"/>
                    <a:ext cx="1849" cy="552"/>
                    <a:chOff x="616" y="901"/>
                    <a:chExt cx="1849" cy="552"/>
                  </a:xfrm>
                </p:grpSpPr>
                <p:sp>
                  <p:nvSpPr>
                    <p:cNvPr id="40103" name="Freeform 55">
                      <a:extLst>
                        <a:ext uri="{FF2B5EF4-FFF2-40B4-BE49-F238E27FC236}">
                          <a16:creationId xmlns:a16="http://schemas.microsoft.com/office/drawing/2014/main" id="{D31911F4-8069-76F4-454E-BD07964F3D96}"/>
                        </a:ext>
                      </a:extLst>
                    </p:cNvPr>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04" name="Freeform 56">
                      <a:extLst>
                        <a:ext uri="{FF2B5EF4-FFF2-40B4-BE49-F238E27FC236}">
                          <a16:creationId xmlns:a16="http://schemas.microsoft.com/office/drawing/2014/main" id="{D548AB77-0AEC-F367-37F5-34E3A29905D6}"/>
                        </a:ext>
                      </a:extLst>
                    </p:cNvPr>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8" name="Group 57">
                    <a:extLst>
                      <a:ext uri="{FF2B5EF4-FFF2-40B4-BE49-F238E27FC236}">
                        <a16:creationId xmlns:a16="http://schemas.microsoft.com/office/drawing/2014/main" id="{9401DD82-FDD5-00E2-E4D8-DEEF3A7C9923}"/>
                      </a:ext>
                    </a:extLst>
                  </p:cNvPr>
                  <p:cNvGrpSpPr>
                    <a:grpSpLocks/>
                  </p:cNvGrpSpPr>
                  <p:nvPr/>
                </p:nvGrpSpPr>
                <p:grpSpPr bwMode="auto">
                  <a:xfrm>
                    <a:off x="911" y="589"/>
                    <a:ext cx="1767" cy="743"/>
                    <a:chOff x="911" y="589"/>
                    <a:chExt cx="1767" cy="743"/>
                  </a:xfrm>
                </p:grpSpPr>
                <p:sp>
                  <p:nvSpPr>
                    <p:cNvPr id="40101" name="Freeform 58">
                      <a:extLst>
                        <a:ext uri="{FF2B5EF4-FFF2-40B4-BE49-F238E27FC236}">
                          <a16:creationId xmlns:a16="http://schemas.microsoft.com/office/drawing/2014/main" id="{6751A401-9FA4-3A31-5804-0EC0B43A2859}"/>
                        </a:ext>
                      </a:extLst>
                    </p:cNvPr>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02" name="Freeform 59">
                      <a:extLst>
                        <a:ext uri="{FF2B5EF4-FFF2-40B4-BE49-F238E27FC236}">
                          <a16:creationId xmlns:a16="http://schemas.microsoft.com/office/drawing/2014/main" id="{5B159E17-C0AA-F551-B594-062C19B51710}"/>
                        </a:ext>
                      </a:extLst>
                    </p:cNvPr>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60">
                    <a:extLst>
                      <a:ext uri="{FF2B5EF4-FFF2-40B4-BE49-F238E27FC236}">
                        <a16:creationId xmlns:a16="http://schemas.microsoft.com/office/drawing/2014/main" id="{F3F940CC-794B-9687-4BEF-BE498080B046}"/>
                      </a:ext>
                    </a:extLst>
                  </p:cNvPr>
                  <p:cNvGrpSpPr>
                    <a:grpSpLocks/>
                  </p:cNvGrpSpPr>
                  <p:nvPr/>
                </p:nvGrpSpPr>
                <p:grpSpPr bwMode="auto">
                  <a:xfrm>
                    <a:off x="1120" y="300"/>
                    <a:ext cx="1693" cy="892"/>
                    <a:chOff x="1120" y="300"/>
                    <a:chExt cx="1693" cy="892"/>
                  </a:xfrm>
                </p:grpSpPr>
                <p:sp>
                  <p:nvSpPr>
                    <p:cNvPr id="40099" name="Freeform 61">
                      <a:extLst>
                        <a:ext uri="{FF2B5EF4-FFF2-40B4-BE49-F238E27FC236}">
                          <a16:creationId xmlns:a16="http://schemas.microsoft.com/office/drawing/2014/main" id="{DF7D762D-D57E-0848-69AA-49F76C17E8AB}"/>
                        </a:ext>
                      </a:extLst>
                    </p:cNvPr>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100" name="Freeform 62">
                      <a:extLst>
                        <a:ext uri="{FF2B5EF4-FFF2-40B4-BE49-F238E27FC236}">
                          <a16:creationId xmlns:a16="http://schemas.microsoft.com/office/drawing/2014/main" id="{59BAA85E-F68B-D5BB-9ED4-96AC8BB3349A}"/>
                        </a:ext>
                      </a:extLst>
                    </p:cNvPr>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63">
                    <a:extLst>
                      <a:ext uri="{FF2B5EF4-FFF2-40B4-BE49-F238E27FC236}">
                        <a16:creationId xmlns:a16="http://schemas.microsoft.com/office/drawing/2014/main" id="{F44506E1-2D1E-66F7-0B4E-C605819AD4BD}"/>
                      </a:ext>
                    </a:extLst>
                  </p:cNvPr>
                  <p:cNvGrpSpPr>
                    <a:grpSpLocks/>
                  </p:cNvGrpSpPr>
                  <p:nvPr/>
                </p:nvGrpSpPr>
                <p:grpSpPr bwMode="auto">
                  <a:xfrm>
                    <a:off x="1707" y="74"/>
                    <a:ext cx="778" cy="1515"/>
                    <a:chOff x="1633" y="102"/>
                    <a:chExt cx="778" cy="1515"/>
                  </a:xfrm>
                </p:grpSpPr>
                <p:sp>
                  <p:nvSpPr>
                    <p:cNvPr id="40097" name="Freeform 64">
                      <a:extLst>
                        <a:ext uri="{FF2B5EF4-FFF2-40B4-BE49-F238E27FC236}">
                          <a16:creationId xmlns:a16="http://schemas.microsoft.com/office/drawing/2014/main" id="{B11CFFDC-84CF-2F07-6D25-056D34519CAB}"/>
                        </a:ext>
                      </a:extLst>
                    </p:cNvPr>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98" name="Freeform 65">
                      <a:extLst>
                        <a:ext uri="{FF2B5EF4-FFF2-40B4-BE49-F238E27FC236}">
                          <a16:creationId xmlns:a16="http://schemas.microsoft.com/office/drawing/2014/main" id="{F500D029-8D8A-277D-0009-50CE119B720A}"/>
                        </a:ext>
                      </a:extLst>
                    </p:cNvPr>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6">
                    <a:extLst>
                      <a:ext uri="{FF2B5EF4-FFF2-40B4-BE49-F238E27FC236}">
                        <a16:creationId xmlns:a16="http://schemas.microsoft.com/office/drawing/2014/main" id="{A4693422-D745-423E-4152-945FC458A90B}"/>
                      </a:ext>
                    </a:extLst>
                  </p:cNvPr>
                  <p:cNvGrpSpPr>
                    <a:grpSpLocks/>
                  </p:cNvGrpSpPr>
                  <p:nvPr/>
                </p:nvGrpSpPr>
                <p:grpSpPr bwMode="auto">
                  <a:xfrm>
                    <a:off x="2009" y="2"/>
                    <a:ext cx="635" cy="1534"/>
                    <a:chOff x="1935" y="30"/>
                    <a:chExt cx="635" cy="1534"/>
                  </a:xfrm>
                </p:grpSpPr>
                <p:sp>
                  <p:nvSpPr>
                    <p:cNvPr id="40095" name="Freeform 67">
                      <a:extLst>
                        <a:ext uri="{FF2B5EF4-FFF2-40B4-BE49-F238E27FC236}">
                          <a16:creationId xmlns:a16="http://schemas.microsoft.com/office/drawing/2014/main" id="{983054E8-2B4C-4B5F-92B0-F44B463AED3C}"/>
                        </a:ext>
                      </a:extLst>
                    </p:cNvPr>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96" name="Freeform 68">
                      <a:extLst>
                        <a:ext uri="{FF2B5EF4-FFF2-40B4-BE49-F238E27FC236}">
                          <a16:creationId xmlns:a16="http://schemas.microsoft.com/office/drawing/2014/main" id="{C0F46EA2-BC0A-D879-76FE-4ED5A93BEBC9}"/>
                        </a:ext>
                      </a:extLst>
                    </p:cNvPr>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9">
                    <a:extLst>
                      <a:ext uri="{FF2B5EF4-FFF2-40B4-BE49-F238E27FC236}">
                        <a16:creationId xmlns:a16="http://schemas.microsoft.com/office/drawing/2014/main" id="{92A5DE08-F053-18DD-71F9-F2097CA4222B}"/>
                      </a:ext>
                    </a:extLst>
                  </p:cNvPr>
                  <p:cNvGrpSpPr>
                    <a:grpSpLocks/>
                  </p:cNvGrpSpPr>
                  <p:nvPr/>
                </p:nvGrpSpPr>
                <p:grpSpPr bwMode="auto">
                  <a:xfrm>
                    <a:off x="2896" y="643"/>
                    <a:ext cx="1846" cy="567"/>
                    <a:chOff x="2822" y="671"/>
                    <a:chExt cx="1846" cy="567"/>
                  </a:xfrm>
                </p:grpSpPr>
                <p:sp>
                  <p:nvSpPr>
                    <p:cNvPr id="40093" name="Freeform 70">
                      <a:extLst>
                        <a:ext uri="{FF2B5EF4-FFF2-40B4-BE49-F238E27FC236}">
                          <a16:creationId xmlns:a16="http://schemas.microsoft.com/office/drawing/2014/main" id="{2C4AEC34-1E5A-BB10-066B-13C25472F965}"/>
                        </a:ext>
                      </a:extLst>
                    </p:cNvPr>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94" name="Freeform 71">
                      <a:extLst>
                        <a:ext uri="{FF2B5EF4-FFF2-40B4-BE49-F238E27FC236}">
                          <a16:creationId xmlns:a16="http://schemas.microsoft.com/office/drawing/2014/main" id="{31EBAAB2-0D44-1C1D-227E-822F3F198CBA}"/>
                        </a:ext>
                      </a:extLst>
                    </p:cNvPr>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3" name="Group 72">
                    <a:extLst>
                      <a:ext uri="{FF2B5EF4-FFF2-40B4-BE49-F238E27FC236}">
                        <a16:creationId xmlns:a16="http://schemas.microsoft.com/office/drawing/2014/main" id="{727340CA-9E49-25DA-2347-06AA2D61ABC1}"/>
                      </a:ext>
                    </a:extLst>
                  </p:cNvPr>
                  <p:cNvGrpSpPr>
                    <a:grpSpLocks/>
                  </p:cNvGrpSpPr>
                  <p:nvPr/>
                </p:nvGrpSpPr>
                <p:grpSpPr bwMode="auto">
                  <a:xfrm>
                    <a:off x="2757" y="417"/>
                    <a:ext cx="1783" cy="717"/>
                    <a:chOff x="2683" y="445"/>
                    <a:chExt cx="1783" cy="717"/>
                  </a:xfrm>
                </p:grpSpPr>
                <p:sp>
                  <p:nvSpPr>
                    <p:cNvPr id="40091" name="Freeform 73">
                      <a:extLst>
                        <a:ext uri="{FF2B5EF4-FFF2-40B4-BE49-F238E27FC236}">
                          <a16:creationId xmlns:a16="http://schemas.microsoft.com/office/drawing/2014/main" id="{65811210-65BF-BC33-4317-AD4111934B03}"/>
                        </a:ext>
                      </a:extLst>
                    </p:cNvPr>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92" name="Freeform 74">
                      <a:extLst>
                        <a:ext uri="{FF2B5EF4-FFF2-40B4-BE49-F238E27FC236}">
                          <a16:creationId xmlns:a16="http://schemas.microsoft.com/office/drawing/2014/main" id="{1CC47BA2-1019-39A7-0D27-189607E79C46}"/>
                        </a:ext>
                      </a:extLst>
                    </p:cNvPr>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4" name="Freeform 75">
                    <a:extLst>
                      <a:ext uri="{FF2B5EF4-FFF2-40B4-BE49-F238E27FC236}">
                        <a16:creationId xmlns:a16="http://schemas.microsoft.com/office/drawing/2014/main" id="{FB2121F5-40DB-1A92-81F1-606657C6CDDE}"/>
                      </a:ext>
                    </a:extLst>
                  </p:cNvPr>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5" name="Freeform 76">
                    <a:extLst>
                      <a:ext uri="{FF2B5EF4-FFF2-40B4-BE49-F238E27FC236}">
                        <a16:creationId xmlns:a16="http://schemas.microsoft.com/office/drawing/2014/main" id="{C906BAA1-A1FE-EA2E-FC3B-F4AE7D5B115B}"/>
                      </a:ext>
                    </a:extLst>
                  </p:cNvPr>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6" name="Group 77">
                    <a:extLst>
                      <a:ext uri="{FF2B5EF4-FFF2-40B4-BE49-F238E27FC236}">
                        <a16:creationId xmlns:a16="http://schemas.microsoft.com/office/drawing/2014/main" id="{884F1A38-8C4A-6A80-E039-4E782DA60B7B}"/>
                      </a:ext>
                    </a:extLst>
                  </p:cNvPr>
                  <p:cNvGrpSpPr>
                    <a:grpSpLocks/>
                  </p:cNvGrpSpPr>
                  <p:nvPr/>
                </p:nvGrpSpPr>
                <p:grpSpPr bwMode="auto">
                  <a:xfrm>
                    <a:off x="2874" y="13"/>
                    <a:ext cx="638" cy="1520"/>
                    <a:chOff x="2800" y="41"/>
                    <a:chExt cx="638" cy="1520"/>
                  </a:xfrm>
                </p:grpSpPr>
                <p:sp>
                  <p:nvSpPr>
                    <p:cNvPr id="40089" name="Freeform 78">
                      <a:extLst>
                        <a:ext uri="{FF2B5EF4-FFF2-40B4-BE49-F238E27FC236}">
                          <a16:creationId xmlns:a16="http://schemas.microsoft.com/office/drawing/2014/main" id="{73A6BC19-CB1C-C204-78FD-3510A2B9DC36}"/>
                        </a:ext>
                      </a:extLst>
                    </p:cNvPr>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90" name="Freeform 79">
                      <a:extLst>
                        <a:ext uri="{FF2B5EF4-FFF2-40B4-BE49-F238E27FC236}">
                          <a16:creationId xmlns:a16="http://schemas.microsoft.com/office/drawing/2014/main" id="{03ABA88A-0C57-CE00-5D2F-C586044873EA}"/>
                        </a:ext>
                      </a:extLst>
                    </p:cNvPr>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7" name="Group 80">
                    <a:extLst>
                      <a:ext uri="{FF2B5EF4-FFF2-40B4-BE49-F238E27FC236}">
                        <a16:creationId xmlns:a16="http://schemas.microsoft.com/office/drawing/2014/main" id="{9CDB82BF-95F8-7F55-EAF6-0D4D73AAAA44}"/>
                      </a:ext>
                    </a:extLst>
                  </p:cNvPr>
                  <p:cNvGrpSpPr>
                    <a:grpSpLocks/>
                  </p:cNvGrpSpPr>
                  <p:nvPr/>
                </p:nvGrpSpPr>
                <p:grpSpPr bwMode="auto">
                  <a:xfrm>
                    <a:off x="3010" y="133"/>
                    <a:ext cx="1015" cy="1464"/>
                    <a:chOff x="2936" y="161"/>
                    <a:chExt cx="1015" cy="1464"/>
                  </a:xfrm>
                </p:grpSpPr>
                <p:sp>
                  <p:nvSpPr>
                    <p:cNvPr id="40087" name="Freeform 81">
                      <a:extLst>
                        <a:ext uri="{FF2B5EF4-FFF2-40B4-BE49-F238E27FC236}">
                          <a16:creationId xmlns:a16="http://schemas.microsoft.com/office/drawing/2014/main" id="{8DA3D06A-983D-B047-3AB3-0552255F6B2C}"/>
                        </a:ext>
                      </a:extLst>
                    </p:cNvPr>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88" name="Freeform 82">
                      <a:extLst>
                        <a:ext uri="{FF2B5EF4-FFF2-40B4-BE49-F238E27FC236}">
                          <a16:creationId xmlns:a16="http://schemas.microsoft.com/office/drawing/2014/main" id="{58E34D68-3EC6-A0C6-B254-FBA01C8DF983}"/>
                        </a:ext>
                      </a:extLst>
                    </p:cNvPr>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8" name="Group 83">
                    <a:extLst>
                      <a:ext uri="{FF2B5EF4-FFF2-40B4-BE49-F238E27FC236}">
                        <a16:creationId xmlns:a16="http://schemas.microsoft.com/office/drawing/2014/main" id="{06AC7659-F4DA-E7EB-3655-69016E472FB2}"/>
                      </a:ext>
                    </a:extLst>
                  </p:cNvPr>
                  <p:cNvGrpSpPr>
                    <a:grpSpLocks/>
                  </p:cNvGrpSpPr>
                  <p:nvPr/>
                </p:nvGrpSpPr>
                <p:grpSpPr bwMode="auto">
                  <a:xfrm>
                    <a:off x="2805" y="4"/>
                    <a:ext cx="241" cy="1448"/>
                    <a:chOff x="2731" y="32"/>
                    <a:chExt cx="241" cy="1448"/>
                  </a:xfrm>
                </p:grpSpPr>
                <p:sp>
                  <p:nvSpPr>
                    <p:cNvPr id="40085" name="Freeform 40084">
                      <a:extLst>
                        <a:ext uri="{FF2B5EF4-FFF2-40B4-BE49-F238E27FC236}">
                          <a16:creationId xmlns:a16="http://schemas.microsoft.com/office/drawing/2014/main" id="{E70E70A0-77FC-85EB-61C2-8BD22BF33BD8}"/>
                        </a:ext>
                      </a:extLst>
                    </p:cNvPr>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86" name="Freeform 40085">
                      <a:extLst>
                        <a:ext uri="{FF2B5EF4-FFF2-40B4-BE49-F238E27FC236}">
                          <a16:creationId xmlns:a16="http://schemas.microsoft.com/office/drawing/2014/main" id="{41F483A0-89B7-B7AB-2E65-12A02D2C70C9}"/>
                        </a:ext>
                      </a:extLst>
                    </p:cNvPr>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6">
                    <a:extLst>
                      <a:ext uri="{FF2B5EF4-FFF2-40B4-BE49-F238E27FC236}">
                        <a16:creationId xmlns:a16="http://schemas.microsoft.com/office/drawing/2014/main" id="{F29B3381-2FB5-35BC-4127-1AD555EC4BBC}"/>
                      </a:ext>
                    </a:extLst>
                  </p:cNvPr>
                  <p:cNvGrpSpPr>
                    <a:grpSpLocks/>
                  </p:cNvGrpSpPr>
                  <p:nvPr/>
                </p:nvGrpSpPr>
                <p:grpSpPr bwMode="auto">
                  <a:xfrm>
                    <a:off x="1017" y="1740"/>
                    <a:ext cx="1083" cy="2450"/>
                    <a:chOff x="943" y="1768"/>
                    <a:chExt cx="1083" cy="2450"/>
                  </a:xfrm>
                </p:grpSpPr>
                <p:sp>
                  <p:nvSpPr>
                    <p:cNvPr id="40083" name="Freeform 87">
                      <a:extLst>
                        <a:ext uri="{FF2B5EF4-FFF2-40B4-BE49-F238E27FC236}">
                          <a16:creationId xmlns:a16="http://schemas.microsoft.com/office/drawing/2014/main" id="{6FB257A4-599E-A431-8F82-0225271B1E94}"/>
                        </a:ext>
                      </a:extLst>
                    </p:cNvPr>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84" name="Freeform 88">
                      <a:extLst>
                        <a:ext uri="{FF2B5EF4-FFF2-40B4-BE49-F238E27FC236}">
                          <a16:creationId xmlns:a16="http://schemas.microsoft.com/office/drawing/2014/main" id="{1D92DF2E-0136-89B1-31D6-5F24465D1064}"/>
                        </a:ext>
                      </a:extLst>
                    </p:cNvPr>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0" name="Group 89">
                    <a:extLst>
                      <a:ext uri="{FF2B5EF4-FFF2-40B4-BE49-F238E27FC236}">
                        <a16:creationId xmlns:a16="http://schemas.microsoft.com/office/drawing/2014/main" id="{94693689-3D29-A7FA-1AFB-4C49534C0847}"/>
                      </a:ext>
                    </a:extLst>
                  </p:cNvPr>
                  <p:cNvGrpSpPr>
                    <a:grpSpLocks/>
                  </p:cNvGrpSpPr>
                  <p:nvPr/>
                </p:nvGrpSpPr>
                <p:grpSpPr bwMode="auto">
                  <a:xfrm>
                    <a:off x="1529" y="1908"/>
                    <a:ext cx="765" cy="2372"/>
                    <a:chOff x="1455" y="1936"/>
                    <a:chExt cx="765" cy="2372"/>
                  </a:xfrm>
                </p:grpSpPr>
                <p:sp>
                  <p:nvSpPr>
                    <p:cNvPr id="40081" name="Freeform 90">
                      <a:extLst>
                        <a:ext uri="{FF2B5EF4-FFF2-40B4-BE49-F238E27FC236}">
                          <a16:creationId xmlns:a16="http://schemas.microsoft.com/office/drawing/2014/main" id="{9B8DF4A7-F745-8FE5-79D8-58CC34594016}"/>
                        </a:ext>
                      </a:extLst>
                    </p:cNvPr>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82" name="Freeform 91">
                      <a:extLst>
                        <a:ext uri="{FF2B5EF4-FFF2-40B4-BE49-F238E27FC236}">
                          <a16:creationId xmlns:a16="http://schemas.microsoft.com/office/drawing/2014/main" id="{D5ECE1A3-9FD7-8AB5-443B-347F7C0BD411}"/>
                        </a:ext>
                      </a:extLst>
                    </p:cNvPr>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1" name="Group 92">
                    <a:extLst>
                      <a:ext uri="{FF2B5EF4-FFF2-40B4-BE49-F238E27FC236}">
                        <a16:creationId xmlns:a16="http://schemas.microsoft.com/office/drawing/2014/main" id="{776B79FB-0E3B-A2B2-1D55-D4160754E1A5}"/>
                      </a:ext>
                    </a:extLst>
                  </p:cNvPr>
                  <p:cNvGrpSpPr>
                    <a:grpSpLocks/>
                  </p:cNvGrpSpPr>
                  <p:nvPr/>
                </p:nvGrpSpPr>
                <p:grpSpPr bwMode="auto">
                  <a:xfrm rot="88588">
                    <a:off x="2060" y="1960"/>
                    <a:ext cx="460" cy="2329"/>
                    <a:chOff x="1952" y="1988"/>
                    <a:chExt cx="493" cy="2604"/>
                  </a:xfrm>
                </p:grpSpPr>
                <p:sp>
                  <p:nvSpPr>
                    <p:cNvPr id="40079" name="Freeform 93">
                      <a:extLst>
                        <a:ext uri="{FF2B5EF4-FFF2-40B4-BE49-F238E27FC236}">
                          <a16:creationId xmlns:a16="http://schemas.microsoft.com/office/drawing/2014/main" id="{1C5DFCFE-D75A-47C7-F4F7-ADBCF4A9BA8C}"/>
                        </a:ext>
                      </a:extLst>
                    </p:cNvPr>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40080" name="Freeform 94">
                      <a:extLst>
                        <a:ext uri="{FF2B5EF4-FFF2-40B4-BE49-F238E27FC236}">
                          <a16:creationId xmlns:a16="http://schemas.microsoft.com/office/drawing/2014/main" id="{E31D3EE9-5ECF-3E4D-094F-30C39A7BCD0B}"/>
                        </a:ext>
                      </a:extLst>
                    </p:cNvPr>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95">
                    <a:extLst>
                      <a:ext uri="{FF2B5EF4-FFF2-40B4-BE49-F238E27FC236}">
                        <a16:creationId xmlns:a16="http://schemas.microsoft.com/office/drawing/2014/main" id="{45ADE842-3DAD-0721-1C99-AEC43ACD0414}"/>
                      </a:ext>
                    </a:extLst>
                  </p:cNvPr>
                  <p:cNvGrpSpPr>
                    <a:grpSpLocks/>
                  </p:cNvGrpSpPr>
                  <p:nvPr/>
                </p:nvGrpSpPr>
                <p:grpSpPr bwMode="auto">
                  <a:xfrm>
                    <a:off x="3408" y="1689"/>
                    <a:ext cx="1125" cy="2425"/>
                    <a:chOff x="3334" y="1717"/>
                    <a:chExt cx="1125" cy="2425"/>
                  </a:xfrm>
                </p:grpSpPr>
                <p:sp>
                  <p:nvSpPr>
                    <p:cNvPr id="40077" name="Freeform 96">
                      <a:extLst>
                        <a:ext uri="{FF2B5EF4-FFF2-40B4-BE49-F238E27FC236}">
                          <a16:creationId xmlns:a16="http://schemas.microsoft.com/office/drawing/2014/main" id="{89BE91E2-C7DB-0F89-DC32-F4432CD8DE84}"/>
                        </a:ext>
                      </a:extLst>
                    </p:cNvPr>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40078" name="Freeform 97">
                      <a:extLst>
                        <a:ext uri="{FF2B5EF4-FFF2-40B4-BE49-F238E27FC236}">
                          <a16:creationId xmlns:a16="http://schemas.microsoft.com/office/drawing/2014/main" id="{DF609D3A-EB54-085F-8AEA-15B60C5945DB}"/>
                        </a:ext>
                      </a:extLst>
                    </p:cNvPr>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8">
                    <a:extLst>
                      <a:ext uri="{FF2B5EF4-FFF2-40B4-BE49-F238E27FC236}">
                        <a16:creationId xmlns:a16="http://schemas.microsoft.com/office/drawing/2014/main" id="{7B719DCE-8638-FFC9-9763-470D0986ED24}"/>
                      </a:ext>
                    </a:extLst>
                  </p:cNvPr>
                  <p:cNvGrpSpPr>
                    <a:grpSpLocks/>
                  </p:cNvGrpSpPr>
                  <p:nvPr/>
                </p:nvGrpSpPr>
                <p:grpSpPr bwMode="auto">
                  <a:xfrm>
                    <a:off x="3254" y="1840"/>
                    <a:ext cx="882" cy="2422"/>
                    <a:chOff x="3180" y="1868"/>
                    <a:chExt cx="882" cy="2422"/>
                  </a:xfrm>
                </p:grpSpPr>
                <p:sp>
                  <p:nvSpPr>
                    <p:cNvPr id="40075" name="Freeform 99">
                      <a:extLst>
                        <a:ext uri="{FF2B5EF4-FFF2-40B4-BE49-F238E27FC236}">
                          <a16:creationId xmlns:a16="http://schemas.microsoft.com/office/drawing/2014/main" id="{A9A3C92E-1D13-2C9E-9897-140EEDCAC4BC}"/>
                        </a:ext>
                      </a:extLst>
                    </p:cNvPr>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40076" name="Freeform 100">
                      <a:extLst>
                        <a:ext uri="{FF2B5EF4-FFF2-40B4-BE49-F238E27FC236}">
                          <a16:creationId xmlns:a16="http://schemas.microsoft.com/office/drawing/2014/main" id="{15341AD5-0BF4-4FF5-8A6B-7CB49A49EB51}"/>
                        </a:ext>
                      </a:extLst>
                    </p:cNvPr>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0064" name="Group 101">
                    <a:extLst>
                      <a:ext uri="{FF2B5EF4-FFF2-40B4-BE49-F238E27FC236}">
                        <a16:creationId xmlns:a16="http://schemas.microsoft.com/office/drawing/2014/main" id="{DB704A6C-DB46-C36E-C931-2097131C4871}"/>
                      </a:ext>
                    </a:extLst>
                  </p:cNvPr>
                  <p:cNvGrpSpPr>
                    <a:grpSpLocks/>
                  </p:cNvGrpSpPr>
                  <p:nvPr/>
                </p:nvGrpSpPr>
                <p:grpSpPr bwMode="auto">
                  <a:xfrm>
                    <a:off x="3080" y="1956"/>
                    <a:ext cx="622" cy="2385"/>
                    <a:chOff x="3006" y="1984"/>
                    <a:chExt cx="622" cy="2385"/>
                  </a:xfrm>
                </p:grpSpPr>
                <p:sp>
                  <p:nvSpPr>
                    <p:cNvPr id="40073" name="Freeform 102">
                      <a:extLst>
                        <a:ext uri="{FF2B5EF4-FFF2-40B4-BE49-F238E27FC236}">
                          <a16:creationId xmlns:a16="http://schemas.microsoft.com/office/drawing/2014/main" id="{70F40B5B-28E9-6830-C362-0C24F5E02748}"/>
                        </a:ext>
                      </a:extLst>
                    </p:cNvPr>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40074" name="Freeform 103">
                      <a:extLst>
                        <a:ext uri="{FF2B5EF4-FFF2-40B4-BE49-F238E27FC236}">
                          <a16:creationId xmlns:a16="http://schemas.microsoft.com/office/drawing/2014/main" id="{9ACA6DE9-FF99-E47E-CA93-016F7C819571}"/>
                        </a:ext>
                      </a:extLst>
                    </p:cNvPr>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40065" name="Group 104">
                    <a:extLst>
                      <a:ext uri="{FF2B5EF4-FFF2-40B4-BE49-F238E27FC236}">
                        <a16:creationId xmlns:a16="http://schemas.microsoft.com/office/drawing/2014/main" id="{E69447C5-7E79-6CDB-37F2-872489AA261B}"/>
                      </a:ext>
                    </a:extLst>
                  </p:cNvPr>
                  <p:cNvGrpSpPr>
                    <a:grpSpLocks/>
                  </p:cNvGrpSpPr>
                  <p:nvPr/>
                </p:nvGrpSpPr>
                <p:grpSpPr bwMode="auto">
                  <a:xfrm>
                    <a:off x="2893" y="2071"/>
                    <a:ext cx="404" cy="2221"/>
                    <a:chOff x="2819" y="2099"/>
                    <a:chExt cx="404" cy="2221"/>
                  </a:xfrm>
                </p:grpSpPr>
                <p:sp>
                  <p:nvSpPr>
                    <p:cNvPr id="40069" name="Freeform 105">
                      <a:extLst>
                        <a:ext uri="{FF2B5EF4-FFF2-40B4-BE49-F238E27FC236}">
                          <a16:creationId xmlns:a16="http://schemas.microsoft.com/office/drawing/2014/main" id="{0B24D8CE-EB68-0AF5-F323-499532F70221}"/>
                        </a:ext>
                      </a:extLst>
                    </p:cNvPr>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40070" name="Freeform 106">
                      <a:extLst>
                        <a:ext uri="{FF2B5EF4-FFF2-40B4-BE49-F238E27FC236}">
                          <a16:creationId xmlns:a16="http://schemas.microsoft.com/office/drawing/2014/main" id="{8B33978A-6E1F-D1FA-4DF5-21D629E50DED}"/>
                        </a:ext>
                      </a:extLst>
                    </p:cNvPr>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40066" name="Group 107">
                    <a:extLst>
                      <a:ext uri="{FF2B5EF4-FFF2-40B4-BE49-F238E27FC236}">
                        <a16:creationId xmlns:a16="http://schemas.microsoft.com/office/drawing/2014/main" id="{BD655B2E-9B96-3349-E6FD-560A713F2CF3}"/>
                      </a:ext>
                    </a:extLst>
                  </p:cNvPr>
                  <p:cNvGrpSpPr>
                    <a:grpSpLocks/>
                  </p:cNvGrpSpPr>
                  <p:nvPr/>
                </p:nvGrpSpPr>
                <p:grpSpPr bwMode="auto">
                  <a:xfrm>
                    <a:off x="2372" y="2107"/>
                    <a:ext cx="429" cy="2184"/>
                    <a:chOff x="2287" y="2135"/>
                    <a:chExt cx="429" cy="2184"/>
                  </a:xfrm>
                </p:grpSpPr>
                <p:sp>
                  <p:nvSpPr>
                    <p:cNvPr id="40067" name="Freeform 108">
                      <a:extLst>
                        <a:ext uri="{FF2B5EF4-FFF2-40B4-BE49-F238E27FC236}">
                          <a16:creationId xmlns:a16="http://schemas.microsoft.com/office/drawing/2014/main" id="{E0E83B20-61E9-14F3-C526-F278C747488D}"/>
                        </a:ext>
                      </a:extLst>
                    </p:cNvPr>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40068" name="Freeform 109">
                      <a:extLst>
                        <a:ext uri="{FF2B5EF4-FFF2-40B4-BE49-F238E27FC236}">
                          <a16:creationId xmlns:a16="http://schemas.microsoft.com/office/drawing/2014/main" id="{8DC3B40D-5B3C-A461-D32E-83A592C65778}"/>
                        </a:ext>
                      </a:extLst>
                    </p:cNvPr>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1" name="Group 110">
                <a:extLst>
                  <a:ext uri="{FF2B5EF4-FFF2-40B4-BE49-F238E27FC236}">
                    <a16:creationId xmlns:a16="http://schemas.microsoft.com/office/drawing/2014/main" id="{0CB14540-174E-74A8-ED15-0D00503F4C91}"/>
                  </a:ext>
                </a:extLst>
              </p:cNvPr>
              <p:cNvGrpSpPr>
                <a:grpSpLocks/>
              </p:cNvGrpSpPr>
              <p:nvPr/>
            </p:nvGrpSpPr>
            <p:grpSpPr bwMode="auto">
              <a:xfrm>
                <a:off x="73" y="313"/>
                <a:ext cx="5460" cy="3667"/>
                <a:chOff x="73" y="313"/>
                <a:chExt cx="5460" cy="3667"/>
              </a:xfrm>
            </p:grpSpPr>
            <p:grpSp>
              <p:nvGrpSpPr>
                <p:cNvPr id="22" name="Group 111">
                  <a:extLst>
                    <a:ext uri="{FF2B5EF4-FFF2-40B4-BE49-F238E27FC236}">
                      <a16:creationId xmlns:a16="http://schemas.microsoft.com/office/drawing/2014/main" id="{64888657-313B-78BF-EC9D-FB80153A79AB}"/>
                    </a:ext>
                  </a:extLst>
                </p:cNvPr>
                <p:cNvGrpSpPr>
                  <a:grpSpLocks/>
                </p:cNvGrpSpPr>
                <p:nvPr/>
              </p:nvGrpSpPr>
              <p:grpSpPr bwMode="auto">
                <a:xfrm>
                  <a:off x="73" y="313"/>
                  <a:ext cx="5460" cy="3667"/>
                  <a:chOff x="73" y="313"/>
                  <a:chExt cx="5460" cy="3667"/>
                </a:xfrm>
              </p:grpSpPr>
              <p:sp>
                <p:nvSpPr>
                  <p:cNvPr id="24" name="Arc 112">
                    <a:extLst>
                      <a:ext uri="{FF2B5EF4-FFF2-40B4-BE49-F238E27FC236}">
                        <a16:creationId xmlns:a16="http://schemas.microsoft.com/office/drawing/2014/main" id="{549C6FA3-0BD7-0107-AC36-44B353CCDEBE}"/>
                      </a:ext>
                    </a:extLst>
                  </p:cNvPr>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5" name="Arc 113">
                    <a:extLst>
                      <a:ext uri="{FF2B5EF4-FFF2-40B4-BE49-F238E27FC236}">
                        <a16:creationId xmlns:a16="http://schemas.microsoft.com/office/drawing/2014/main" id="{5CBF1C59-E1CC-6DAB-9B75-AB078B38F22E}"/>
                      </a:ext>
                    </a:extLst>
                  </p:cNvPr>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6" name="Arc 114">
                    <a:extLst>
                      <a:ext uri="{FF2B5EF4-FFF2-40B4-BE49-F238E27FC236}">
                        <a16:creationId xmlns:a16="http://schemas.microsoft.com/office/drawing/2014/main" id="{8E9650C8-0DBF-DB11-3B13-C61DC433B983}"/>
                      </a:ext>
                    </a:extLst>
                  </p:cNvPr>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5">
                    <a:extLst>
                      <a:ext uri="{FF2B5EF4-FFF2-40B4-BE49-F238E27FC236}">
                        <a16:creationId xmlns:a16="http://schemas.microsoft.com/office/drawing/2014/main" id="{AA96EDA9-9E6B-58BF-FE6D-313094ECE9CF}"/>
                      </a:ext>
                    </a:extLst>
                  </p:cNvPr>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6">
                    <a:extLst>
                      <a:ext uri="{FF2B5EF4-FFF2-40B4-BE49-F238E27FC236}">
                        <a16:creationId xmlns:a16="http://schemas.microsoft.com/office/drawing/2014/main" id="{D5F05643-49AB-FE27-BFF1-10E41ED8E8AE}"/>
                      </a:ext>
                    </a:extLst>
                  </p:cNvPr>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7">
                    <a:extLst>
                      <a:ext uri="{FF2B5EF4-FFF2-40B4-BE49-F238E27FC236}">
                        <a16:creationId xmlns:a16="http://schemas.microsoft.com/office/drawing/2014/main" id="{6F170ECB-0618-7B60-DBEB-6653EB2B1838}"/>
                      </a:ext>
                    </a:extLst>
                  </p:cNvPr>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0" name="Freeform 118">
                    <a:extLst>
                      <a:ext uri="{FF2B5EF4-FFF2-40B4-BE49-F238E27FC236}">
                        <a16:creationId xmlns:a16="http://schemas.microsoft.com/office/drawing/2014/main" id="{4B30B86B-3E65-60AB-8564-703967F46569}"/>
                      </a:ext>
                    </a:extLst>
                  </p:cNvPr>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3" name="Freeform 119">
                  <a:extLst>
                    <a:ext uri="{FF2B5EF4-FFF2-40B4-BE49-F238E27FC236}">
                      <a16:creationId xmlns:a16="http://schemas.microsoft.com/office/drawing/2014/main" id="{124595B0-AA75-BB7D-3F05-F878D43B31E7}"/>
                    </a:ext>
                  </a:extLst>
                </p:cNvPr>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5" name="Group 120">
              <a:extLst>
                <a:ext uri="{FF2B5EF4-FFF2-40B4-BE49-F238E27FC236}">
                  <a16:creationId xmlns:a16="http://schemas.microsoft.com/office/drawing/2014/main" id="{71D0B5B0-04C9-5991-E23C-62C24EF1EEC0}"/>
                </a:ext>
              </a:extLst>
            </p:cNvPr>
            <p:cNvGrpSpPr>
              <a:grpSpLocks/>
            </p:cNvGrpSpPr>
            <p:nvPr/>
          </p:nvGrpSpPr>
          <p:grpSpPr bwMode="auto">
            <a:xfrm>
              <a:off x="1476" y="456"/>
              <a:ext cx="4040" cy="2966"/>
              <a:chOff x="210" y="337"/>
              <a:chExt cx="5198" cy="3818"/>
            </a:xfrm>
          </p:grpSpPr>
          <p:sp>
            <p:nvSpPr>
              <p:cNvPr id="6" name="Freeform 121">
                <a:extLst>
                  <a:ext uri="{FF2B5EF4-FFF2-40B4-BE49-F238E27FC236}">
                    <a16:creationId xmlns:a16="http://schemas.microsoft.com/office/drawing/2014/main" id="{9E167948-8E16-6368-8FE8-3F2408F466A4}"/>
                  </a:ext>
                </a:extLst>
              </p:cNvPr>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7" name="Arc 122">
                <a:extLst>
                  <a:ext uri="{FF2B5EF4-FFF2-40B4-BE49-F238E27FC236}">
                    <a16:creationId xmlns:a16="http://schemas.microsoft.com/office/drawing/2014/main" id="{919B69F3-1E65-CCC9-BA5B-1AD2938941B9}"/>
                  </a:ext>
                </a:extLst>
              </p:cNvPr>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8" name="Arc 123">
                <a:extLst>
                  <a:ext uri="{FF2B5EF4-FFF2-40B4-BE49-F238E27FC236}">
                    <a16:creationId xmlns:a16="http://schemas.microsoft.com/office/drawing/2014/main" id="{9B81BC4E-5834-464A-B423-1D80B652C688}"/>
                  </a:ext>
                </a:extLst>
              </p:cNvPr>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9" name="Arc 124">
                <a:extLst>
                  <a:ext uri="{FF2B5EF4-FFF2-40B4-BE49-F238E27FC236}">
                    <a16:creationId xmlns:a16="http://schemas.microsoft.com/office/drawing/2014/main" id="{DE923141-D56E-42A8-5258-F029DB6CDF18}"/>
                  </a:ext>
                </a:extLst>
              </p:cNvPr>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5">
                <a:extLst>
                  <a:ext uri="{FF2B5EF4-FFF2-40B4-BE49-F238E27FC236}">
                    <a16:creationId xmlns:a16="http://schemas.microsoft.com/office/drawing/2014/main" id="{ADCDCF52-DF60-031D-08BE-DB10E79F2B1A}"/>
                  </a:ext>
                </a:extLst>
              </p:cNvPr>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6">
                <a:extLst>
                  <a:ext uri="{FF2B5EF4-FFF2-40B4-BE49-F238E27FC236}">
                    <a16:creationId xmlns:a16="http://schemas.microsoft.com/office/drawing/2014/main" id="{B7D84922-481E-6C62-C377-D32FCF530605}"/>
                  </a:ext>
                </a:extLst>
              </p:cNvPr>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Freeform 127">
                <a:extLst>
                  <a:ext uri="{FF2B5EF4-FFF2-40B4-BE49-F238E27FC236}">
                    <a16:creationId xmlns:a16="http://schemas.microsoft.com/office/drawing/2014/main" id="{6F5B8291-AE1B-8EFA-D971-B0804A22D740}"/>
                  </a:ext>
                </a:extLst>
              </p:cNvPr>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3" name="Freeform 128">
                <a:extLst>
                  <a:ext uri="{FF2B5EF4-FFF2-40B4-BE49-F238E27FC236}">
                    <a16:creationId xmlns:a16="http://schemas.microsoft.com/office/drawing/2014/main" id="{CCAE5ED4-D2FE-8FEA-EE61-8C5AD70BFBC8}"/>
                  </a:ext>
                </a:extLst>
              </p:cNvPr>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4" name="Freeform 129">
                <a:extLst>
                  <a:ext uri="{FF2B5EF4-FFF2-40B4-BE49-F238E27FC236}">
                    <a16:creationId xmlns:a16="http://schemas.microsoft.com/office/drawing/2014/main" id="{309D806D-D34C-CD28-2D96-92ACFDBE22F5}"/>
                  </a:ext>
                </a:extLst>
              </p:cNvPr>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5" name="Freeform 130">
                <a:extLst>
                  <a:ext uri="{FF2B5EF4-FFF2-40B4-BE49-F238E27FC236}">
                    <a16:creationId xmlns:a16="http://schemas.microsoft.com/office/drawing/2014/main" id="{0D74A1E4-2C11-208E-2BD6-75794929C295}"/>
                  </a:ext>
                </a:extLst>
              </p:cNvPr>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6" name="Freeform 131">
                <a:extLst>
                  <a:ext uri="{FF2B5EF4-FFF2-40B4-BE49-F238E27FC236}">
                    <a16:creationId xmlns:a16="http://schemas.microsoft.com/office/drawing/2014/main" id="{AE8E82BA-075E-26DC-EEF2-0CACFF643965}"/>
                  </a:ext>
                </a:extLst>
              </p:cNvPr>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7" name="Freeform 132">
                <a:extLst>
                  <a:ext uri="{FF2B5EF4-FFF2-40B4-BE49-F238E27FC236}">
                    <a16:creationId xmlns:a16="http://schemas.microsoft.com/office/drawing/2014/main" id="{ADD5E3B1-BCEC-8165-169D-AC8253E4AC6E}"/>
                  </a:ext>
                </a:extLst>
              </p:cNvPr>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3">
                <a:extLst>
                  <a:ext uri="{FF2B5EF4-FFF2-40B4-BE49-F238E27FC236}">
                    <a16:creationId xmlns:a16="http://schemas.microsoft.com/office/drawing/2014/main" id="{8D32C870-7BF6-3DF1-0EF2-253B0C20D2EA}"/>
                  </a:ext>
                </a:extLst>
              </p:cNvPr>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9" name="Freeform 134">
                <a:extLst>
                  <a:ext uri="{FF2B5EF4-FFF2-40B4-BE49-F238E27FC236}">
                    <a16:creationId xmlns:a16="http://schemas.microsoft.com/office/drawing/2014/main" id="{2C655C40-BEB2-B5DC-63D8-FBB758924E14}"/>
                  </a:ext>
                </a:extLst>
              </p:cNvPr>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40137" name="Rectangle 137">
            <a:extLst>
              <a:ext uri="{FF2B5EF4-FFF2-40B4-BE49-F238E27FC236}">
                <a16:creationId xmlns:a16="http://schemas.microsoft.com/office/drawing/2014/main" id="{C37438A8-59F7-C067-D620-A1185ED7AE7E}"/>
              </a:ext>
            </a:extLst>
          </p:cNvPr>
          <p:cNvSpPr>
            <a:spLocks noGrp="1" noChangeArrowheads="1"/>
          </p:cNvSpPr>
          <p:nvPr>
            <p:ph type="dt" sz="quarter" idx="10"/>
          </p:nvPr>
        </p:nvSpPr>
        <p:spPr/>
        <p:txBody>
          <a:bodyPr/>
          <a:lstStyle>
            <a:lvl1pPr>
              <a:defRPr/>
            </a:lvl1pPr>
          </a:lstStyle>
          <a:p>
            <a:pPr>
              <a:defRPr/>
            </a:pPr>
            <a:endParaRPr lang="en-US"/>
          </a:p>
        </p:txBody>
      </p:sp>
      <p:sp>
        <p:nvSpPr>
          <p:cNvPr id="40138" name="Rectangle 138">
            <a:extLst>
              <a:ext uri="{FF2B5EF4-FFF2-40B4-BE49-F238E27FC236}">
                <a16:creationId xmlns:a16="http://schemas.microsoft.com/office/drawing/2014/main" id="{E645E5A0-5977-6812-D439-19A38B23A235}"/>
              </a:ext>
            </a:extLst>
          </p:cNvPr>
          <p:cNvSpPr>
            <a:spLocks noGrp="1" noChangeArrowheads="1"/>
          </p:cNvSpPr>
          <p:nvPr>
            <p:ph type="ftr" sz="quarter" idx="11"/>
          </p:nvPr>
        </p:nvSpPr>
        <p:spPr/>
        <p:txBody>
          <a:bodyPr/>
          <a:lstStyle>
            <a:lvl1pPr>
              <a:defRPr/>
            </a:lvl1pPr>
          </a:lstStyle>
          <a:p>
            <a:pPr>
              <a:defRPr/>
            </a:pPr>
            <a:endParaRPr lang="en-US"/>
          </a:p>
        </p:txBody>
      </p:sp>
      <p:sp>
        <p:nvSpPr>
          <p:cNvPr id="40139" name="Rectangle 139">
            <a:extLst>
              <a:ext uri="{FF2B5EF4-FFF2-40B4-BE49-F238E27FC236}">
                <a16:creationId xmlns:a16="http://schemas.microsoft.com/office/drawing/2014/main" id="{7840021F-DB60-5C3E-1DA3-DEF96045F0E4}"/>
              </a:ext>
            </a:extLst>
          </p:cNvPr>
          <p:cNvSpPr>
            <a:spLocks noGrp="1" noChangeArrowheads="1"/>
          </p:cNvSpPr>
          <p:nvPr>
            <p:ph type="sldNum" sz="quarter" idx="12"/>
          </p:nvPr>
        </p:nvSpPr>
        <p:spPr/>
        <p:txBody>
          <a:bodyPr/>
          <a:lstStyle>
            <a:lvl1pPr>
              <a:defRPr/>
            </a:lvl1pPr>
          </a:lstStyle>
          <a:p>
            <a:fld id="{F8AE6634-E6B7-F848-BBE0-D23BDB754166}" type="slidenum">
              <a:rPr lang="en-US" altLang="en-US"/>
              <a:pPr/>
              <a:t>‹#›</a:t>
            </a:fld>
            <a:endParaRPr lang="en-US" altLang="en-US"/>
          </a:p>
        </p:txBody>
      </p:sp>
    </p:spTree>
    <p:extLst>
      <p:ext uri="{BB962C8B-B14F-4D97-AF65-F5344CB8AC3E}">
        <p14:creationId xmlns:p14="http://schemas.microsoft.com/office/powerpoint/2010/main" val="188905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55FFAB9A-1BAF-0D49-12F6-F4D61B7F0A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40">
            <a:extLst>
              <a:ext uri="{FF2B5EF4-FFF2-40B4-BE49-F238E27FC236}">
                <a16:creationId xmlns:a16="http://schemas.microsoft.com/office/drawing/2014/main" id="{EE6E8533-FFDF-CC3F-5F63-29BB1F3EA22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41">
            <a:extLst>
              <a:ext uri="{FF2B5EF4-FFF2-40B4-BE49-F238E27FC236}">
                <a16:creationId xmlns:a16="http://schemas.microsoft.com/office/drawing/2014/main" id="{653FC588-11B0-485C-F201-089957C80641}"/>
              </a:ext>
            </a:extLst>
          </p:cNvPr>
          <p:cNvSpPr>
            <a:spLocks noGrp="1" noChangeArrowheads="1"/>
          </p:cNvSpPr>
          <p:nvPr>
            <p:ph type="sldNum" sz="quarter" idx="12"/>
          </p:nvPr>
        </p:nvSpPr>
        <p:spPr>
          <a:ln/>
        </p:spPr>
        <p:txBody>
          <a:bodyPr/>
          <a:lstStyle>
            <a:lvl1pPr>
              <a:defRPr/>
            </a:lvl1pPr>
          </a:lstStyle>
          <a:p>
            <a:fld id="{9C727ACA-7A3D-9142-B253-BE6102E10C14}" type="slidenum">
              <a:rPr lang="en-US" altLang="en-US"/>
              <a:pPr/>
              <a:t>‹#›</a:t>
            </a:fld>
            <a:endParaRPr lang="en-US" altLang="en-US"/>
          </a:p>
        </p:txBody>
      </p:sp>
    </p:spTree>
    <p:extLst>
      <p:ext uri="{BB962C8B-B14F-4D97-AF65-F5344CB8AC3E}">
        <p14:creationId xmlns:p14="http://schemas.microsoft.com/office/powerpoint/2010/main" val="2041476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9">
            <a:extLst>
              <a:ext uri="{FF2B5EF4-FFF2-40B4-BE49-F238E27FC236}">
                <a16:creationId xmlns:a16="http://schemas.microsoft.com/office/drawing/2014/main" id="{0B1A75E0-B409-4596-D19B-882CB67B536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40">
            <a:extLst>
              <a:ext uri="{FF2B5EF4-FFF2-40B4-BE49-F238E27FC236}">
                <a16:creationId xmlns:a16="http://schemas.microsoft.com/office/drawing/2014/main" id="{FFF18119-2D2A-8A7C-4A55-09739A15427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41">
            <a:extLst>
              <a:ext uri="{FF2B5EF4-FFF2-40B4-BE49-F238E27FC236}">
                <a16:creationId xmlns:a16="http://schemas.microsoft.com/office/drawing/2014/main" id="{5DD0E209-FF9E-7D3B-5D51-79E604C42800}"/>
              </a:ext>
            </a:extLst>
          </p:cNvPr>
          <p:cNvSpPr>
            <a:spLocks noGrp="1" noChangeArrowheads="1"/>
          </p:cNvSpPr>
          <p:nvPr>
            <p:ph type="sldNum" sz="quarter" idx="12"/>
          </p:nvPr>
        </p:nvSpPr>
        <p:spPr>
          <a:ln/>
        </p:spPr>
        <p:txBody>
          <a:bodyPr/>
          <a:lstStyle>
            <a:lvl1pPr>
              <a:defRPr/>
            </a:lvl1pPr>
          </a:lstStyle>
          <a:p>
            <a:fld id="{828FD485-456B-554A-955E-0D54B982BB39}" type="slidenum">
              <a:rPr lang="en-US" altLang="en-US"/>
              <a:pPr/>
              <a:t>‹#›</a:t>
            </a:fld>
            <a:endParaRPr lang="en-US" altLang="en-US"/>
          </a:p>
        </p:txBody>
      </p:sp>
    </p:spTree>
    <p:extLst>
      <p:ext uri="{BB962C8B-B14F-4D97-AF65-F5344CB8AC3E}">
        <p14:creationId xmlns:p14="http://schemas.microsoft.com/office/powerpoint/2010/main" val="3316317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9">
            <a:extLst>
              <a:ext uri="{FF2B5EF4-FFF2-40B4-BE49-F238E27FC236}">
                <a16:creationId xmlns:a16="http://schemas.microsoft.com/office/drawing/2014/main" id="{4E7F9FF0-C2D0-495A-D8A1-48D4C6DC1C8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40">
            <a:extLst>
              <a:ext uri="{FF2B5EF4-FFF2-40B4-BE49-F238E27FC236}">
                <a16:creationId xmlns:a16="http://schemas.microsoft.com/office/drawing/2014/main" id="{792C4728-A6D3-F3CD-8CB8-19B5729927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41">
            <a:extLst>
              <a:ext uri="{FF2B5EF4-FFF2-40B4-BE49-F238E27FC236}">
                <a16:creationId xmlns:a16="http://schemas.microsoft.com/office/drawing/2014/main" id="{9C51A66A-E146-E0D2-8DA3-4675EE5134A8}"/>
              </a:ext>
            </a:extLst>
          </p:cNvPr>
          <p:cNvSpPr>
            <a:spLocks noGrp="1" noChangeArrowheads="1"/>
          </p:cNvSpPr>
          <p:nvPr>
            <p:ph type="sldNum" sz="quarter" idx="12"/>
          </p:nvPr>
        </p:nvSpPr>
        <p:spPr>
          <a:ln/>
        </p:spPr>
        <p:txBody>
          <a:bodyPr/>
          <a:lstStyle>
            <a:lvl1pPr>
              <a:defRPr/>
            </a:lvl1pPr>
          </a:lstStyle>
          <a:p>
            <a:fld id="{A5E392D0-B308-0649-8ECA-9427CB86884E}" type="slidenum">
              <a:rPr lang="en-US" altLang="en-US"/>
              <a:pPr/>
              <a:t>‹#›</a:t>
            </a:fld>
            <a:endParaRPr lang="en-US" altLang="en-US"/>
          </a:p>
        </p:txBody>
      </p:sp>
    </p:spTree>
    <p:extLst>
      <p:ext uri="{BB962C8B-B14F-4D97-AF65-F5344CB8AC3E}">
        <p14:creationId xmlns:p14="http://schemas.microsoft.com/office/powerpoint/2010/main" val="3814554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9">
            <a:extLst>
              <a:ext uri="{FF2B5EF4-FFF2-40B4-BE49-F238E27FC236}">
                <a16:creationId xmlns:a16="http://schemas.microsoft.com/office/drawing/2014/main" id="{7527C803-BD4B-63CC-0DE0-26C0D638BE1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40">
            <a:extLst>
              <a:ext uri="{FF2B5EF4-FFF2-40B4-BE49-F238E27FC236}">
                <a16:creationId xmlns:a16="http://schemas.microsoft.com/office/drawing/2014/main" id="{268017BE-1233-E797-4A4A-0C22F128B8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41">
            <a:extLst>
              <a:ext uri="{FF2B5EF4-FFF2-40B4-BE49-F238E27FC236}">
                <a16:creationId xmlns:a16="http://schemas.microsoft.com/office/drawing/2014/main" id="{652F6049-0F94-0934-FEF4-5B0BF429DF88}"/>
              </a:ext>
            </a:extLst>
          </p:cNvPr>
          <p:cNvSpPr>
            <a:spLocks noGrp="1" noChangeArrowheads="1"/>
          </p:cNvSpPr>
          <p:nvPr>
            <p:ph type="sldNum" sz="quarter" idx="12"/>
          </p:nvPr>
        </p:nvSpPr>
        <p:spPr>
          <a:ln/>
        </p:spPr>
        <p:txBody>
          <a:bodyPr/>
          <a:lstStyle>
            <a:lvl1pPr>
              <a:defRPr/>
            </a:lvl1pPr>
          </a:lstStyle>
          <a:p>
            <a:fld id="{8FD41481-607B-F14D-B2D8-A1B4547E35BF}" type="slidenum">
              <a:rPr lang="en-US" altLang="en-US"/>
              <a:pPr/>
              <a:t>‹#›</a:t>
            </a:fld>
            <a:endParaRPr lang="en-US" altLang="en-US"/>
          </a:p>
        </p:txBody>
      </p:sp>
    </p:spTree>
    <p:extLst>
      <p:ext uri="{BB962C8B-B14F-4D97-AF65-F5344CB8AC3E}">
        <p14:creationId xmlns:p14="http://schemas.microsoft.com/office/powerpoint/2010/main" val="9074715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9">
            <a:extLst>
              <a:ext uri="{FF2B5EF4-FFF2-40B4-BE49-F238E27FC236}">
                <a16:creationId xmlns:a16="http://schemas.microsoft.com/office/drawing/2014/main" id="{4A43E22F-316D-A4FC-5ADA-1EA9A107599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40">
            <a:extLst>
              <a:ext uri="{FF2B5EF4-FFF2-40B4-BE49-F238E27FC236}">
                <a16:creationId xmlns:a16="http://schemas.microsoft.com/office/drawing/2014/main" id="{510FD934-ED63-A897-7CAA-9CF7F47AF4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41">
            <a:extLst>
              <a:ext uri="{FF2B5EF4-FFF2-40B4-BE49-F238E27FC236}">
                <a16:creationId xmlns:a16="http://schemas.microsoft.com/office/drawing/2014/main" id="{81217CE5-4E7B-FCCC-6427-F50A8AD04212}"/>
              </a:ext>
            </a:extLst>
          </p:cNvPr>
          <p:cNvSpPr>
            <a:spLocks noGrp="1" noChangeArrowheads="1"/>
          </p:cNvSpPr>
          <p:nvPr>
            <p:ph type="sldNum" sz="quarter" idx="12"/>
          </p:nvPr>
        </p:nvSpPr>
        <p:spPr>
          <a:ln/>
        </p:spPr>
        <p:txBody>
          <a:bodyPr/>
          <a:lstStyle>
            <a:lvl1pPr>
              <a:defRPr/>
            </a:lvl1pPr>
          </a:lstStyle>
          <a:p>
            <a:fld id="{A1743D98-8A61-5F4D-A4C8-8DA75FD4ED70}" type="slidenum">
              <a:rPr lang="en-US" altLang="en-US"/>
              <a:pPr/>
              <a:t>‹#›</a:t>
            </a:fld>
            <a:endParaRPr lang="en-US" altLang="en-US"/>
          </a:p>
        </p:txBody>
      </p:sp>
    </p:spTree>
    <p:extLst>
      <p:ext uri="{BB962C8B-B14F-4D97-AF65-F5344CB8AC3E}">
        <p14:creationId xmlns:p14="http://schemas.microsoft.com/office/powerpoint/2010/main" val="893117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a:extLst>
              <a:ext uri="{FF2B5EF4-FFF2-40B4-BE49-F238E27FC236}">
                <a16:creationId xmlns:a16="http://schemas.microsoft.com/office/drawing/2014/main" id="{9EAF7F3A-E117-800F-9EF8-0D249BF4790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40">
            <a:extLst>
              <a:ext uri="{FF2B5EF4-FFF2-40B4-BE49-F238E27FC236}">
                <a16:creationId xmlns:a16="http://schemas.microsoft.com/office/drawing/2014/main" id="{6AB30DAC-B826-D054-41D2-855A662FE0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41">
            <a:extLst>
              <a:ext uri="{FF2B5EF4-FFF2-40B4-BE49-F238E27FC236}">
                <a16:creationId xmlns:a16="http://schemas.microsoft.com/office/drawing/2014/main" id="{24103657-B650-BE2C-AAA9-A3E928D5E6BD}"/>
              </a:ext>
            </a:extLst>
          </p:cNvPr>
          <p:cNvSpPr>
            <a:spLocks noGrp="1" noChangeArrowheads="1"/>
          </p:cNvSpPr>
          <p:nvPr>
            <p:ph type="sldNum" sz="quarter" idx="12"/>
          </p:nvPr>
        </p:nvSpPr>
        <p:spPr>
          <a:ln/>
        </p:spPr>
        <p:txBody>
          <a:bodyPr/>
          <a:lstStyle>
            <a:lvl1pPr>
              <a:defRPr/>
            </a:lvl1pPr>
          </a:lstStyle>
          <a:p>
            <a:fld id="{88B96A62-2596-424B-8FF5-D8A7A3802944}" type="slidenum">
              <a:rPr lang="en-US" altLang="en-US"/>
              <a:pPr/>
              <a:t>‹#›</a:t>
            </a:fld>
            <a:endParaRPr lang="en-US" altLang="en-US"/>
          </a:p>
        </p:txBody>
      </p:sp>
    </p:spTree>
    <p:extLst>
      <p:ext uri="{BB962C8B-B14F-4D97-AF65-F5344CB8AC3E}">
        <p14:creationId xmlns:p14="http://schemas.microsoft.com/office/powerpoint/2010/main" val="373272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9">
            <a:extLst>
              <a:ext uri="{FF2B5EF4-FFF2-40B4-BE49-F238E27FC236}">
                <a16:creationId xmlns:a16="http://schemas.microsoft.com/office/drawing/2014/main" id="{EDF9FBEB-D6DD-9245-4F03-0C0F45EEEE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40">
            <a:extLst>
              <a:ext uri="{FF2B5EF4-FFF2-40B4-BE49-F238E27FC236}">
                <a16:creationId xmlns:a16="http://schemas.microsoft.com/office/drawing/2014/main" id="{88287313-6CE9-48F3-E762-7FFF54CB5E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41">
            <a:extLst>
              <a:ext uri="{FF2B5EF4-FFF2-40B4-BE49-F238E27FC236}">
                <a16:creationId xmlns:a16="http://schemas.microsoft.com/office/drawing/2014/main" id="{17250441-02D1-BB45-EB29-45997717487D}"/>
              </a:ext>
            </a:extLst>
          </p:cNvPr>
          <p:cNvSpPr>
            <a:spLocks noGrp="1" noChangeArrowheads="1"/>
          </p:cNvSpPr>
          <p:nvPr>
            <p:ph type="sldNum" sz="quarter" idx="12"/>
          </p:nvPr>
        </p:nvSpPr>
        <p:spPr>
          <a:ln/>
        </p:spPr>
        <p:txBody>
          <a:bodyPr/>
          <a:lstStyle>
            <a:lvl1pPr>
              <a:defRPr/>
            </a:lvl1pPr>
          </a:lstStyle>
          <a:p>
            <a:fld id="{682D83EB-932A-B247-AB82-C07A9DD4A3F1}" type="slidenum">
              <a:rPr lang="en-US" altLang="en-US"/>
              <a:pPr/>
              <a:t>‹#›</a:t>
            </a:fld>
            <a:endParaRPr lang="en-US" altLang="en-US"/>
          </a:p>
        </p:txBody>
      </p:sp>
    </p:spTree>
    <p:extLst>
      <p:ext uri="{BB962C8B-B14F-4D97-AF65-F5344CB8AC3E}">
        <p14:creationId xmlns:p14="http://schemas.microsoft.com/office/powerpoint/2010/main" val="24965142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9">
            <a:extLst>
              <a:ext uri="{FF2B5EF4-FFF2-40B4-BE49-F238E27FC236}">
                <a16:creationId xmlns:a16="http://schemas.microsoft.com/office/drawing/2014/main" id="{20CE29F0-103A-5F12-C706-A86D6C8822C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40">
            <a:extLst>
              <a:ext uri="{FF2B5EF4-FFF2-40B4-BE49-F238E27FC236}">
                <a16:creationId xmlns:a16="http://schemas.microsoft.com/office/drawing/2014/main" id="{648AF497-8E78-00DF-CEA2-488A3F83FD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41">
            <a:extLst>
              <a:ext uri="{FF2B5EF4-FFF2-40B4-BE49-F238E27FC236}">
                <a16:creationId xmlns:a16="http://schemas.microsoft.com/office/drawing/2014/main" id="{494D46C7-2ED6-587D-D69F-767C2FEF2609}"/>
              </a:ext>
            </a:extLst>
          </p:cNvPr>
          <p:cNvSpPr>
            <a:spLocks noGrp="1" noChangeArrowheads="1"/>
          </p:cNvSpPr>
          <p:nvPr>
            <p:ph type="sldNum" sz="quarter" idx="12"/>
          </p:nvPr>
        </p:nvSpPr>
        <p:spPr>
          <a:ln/>
        </p:spPr>
        <p:txBody>
          <a:bodyPr/>
          <a:lstStyle>
            <a:lvl1pPr>
              <a:defRPr/>
            </a:lvl1pPr>
          </a:lstStyle>
          <a:p>
            <a:fld id="{B85252FD-CA8D-F145-BA98-3E11152ADDF6}" type="slidenum">
              <a:rPr lang="en-US" altLang="en-US"/>
              <a:pPr/>
              <a:t>‹#›</a:t>
            </a:fld>
            <a:endParaRPr lang="en-US" altLang="en-US"/>
          </a:p>
        </p:txBody>
      </p:sp>
    </p:spTree>
    <p:extLst>
      <p:ext uri="{BB962C8B-B14F-4D97-AF65-F5344CB8AC3E}">
        <p14:creationId xmlns:p14="http://schemas.microsoft.com/office/powerpoint/2010/main" val="33044597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FE26FB24-A8A1-7590-4E3F-B10779824C0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40">
            <a:extLst>
              <a:ext uri="{FF2B5EF4-FFF2-40B4-BE49-F238E27FC236}">
                <a16:creationId xmlns:a16="http://schemas.microsoft.com/office/drawing/2014/main" id="{A6442561-4571-0A3E-3F4F-D959079E3F3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41">
            <a:extLst>
              <a:ext uri="{FF2B5EF4-FFF2-40B4-BE49-F238E27FC236}">
                <a16:creationId xmlns:a16="http://schemas.microsoft.com/office/drawing/2014/main" id="{64F99CF0-B905-73A6-2B48-841989563B74}"/>
              </a:ext>
            </a:extLst>
          </p:cNvPr>
          <p:cNvSpPr>
            <a:spLocks noGrp="1" noChangeArrowheads="1"/>
          </p:cNvSpPr>
          <p:nvPr>
            <p:ph type="sldNum" sz="quarter" idx="12"/>
          </p:nvPr>
        </p:nvSpPr>
        <p:spPr>
          <a:ln/>
        </p:spPr>
        <p:txBody>
          <a:bodyPr/>
          <a:lstStyle>
            <a:lvl1pPr>
              <a:defRPr/>
            </a:lvl1pPr>
          </a:lstStyle>
          <a:p>
            <a:fld id="{1BE7A487-EB15-0A4A-98F8-2C1A287D010A}" type="slidenum">
              <a:rPr lang="en-US" altLang="en-US"/>
              <a:pPr/>
              <a:t>‹#›</a:t>
            </a:fld>
            <a:endParaRPr lang="en-US" altLang="en-US"/>
          </a:p>
        </p:txBody>
      </p:sp>
    </p:spTree>
    <p:extLst>
      <p:ext uri="{BB962C8B-B14F-4D97-AF65-F5344CB8AC3E}">
        <p14:creationId xmlns:p14="http://schemas.microsoft.com/office/powerpoint/2010/main" val="1566403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46951B1B-2E0F-EF58-B463-5FF1956D9B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40">
            <a:extLst>
              <a:ext uri="{FF2B5EF4-FFF2-40B4-BE49-F238E27FC236}">
                <a16:creationId xmlns:a16="http://schemas.microsoft.com/office/drawing/2014/main" id="{21032DC9-410A-92DF-DEB8-F4D0951876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41">
            <a:extLst>
              <a:ext uri="{FF2B5EF4-FFF2-40B4-BE49-F238E27FC236}">
                <a16:creationId xmlns:a16="http://schemas.microsoft.com/office/drawing/2014/main" id="{8A2ED40D-C825-3E71-A4C6-F98701CD94FA}"/>
              </a:ext>
            </a:extLst>
          </p:cNvPr>
          <p:cNvSpPr>
            <a:spLocks noGrp="1" noChangeArrowheads="1"/>
          </p:cNvSpPr>
          <p:nvPr>
            <p:ph type="sldNum" sz="quarter" idx="12"/>
          </p:nvPr>
        </p:nvSpPr>
        <p:spPr>
          <a:ln/>
        </p:spPr>
        <p:txBody>
          <a:bodyPr/>
          <a:lstStyle>
            <a:lvl1pPr>
              <a:defRPr/>
            </a:lvl1pPr>
          </a:lstStyle>
          <a:p>
            <a:fld id="{D1633505-0E8B-E24F-B6AA-9271A0E1FC64}" type="slidenum">
              <a:rPr lang="en-US" altLang="en-US"/>
              <a:pPr/>
              <a:t>‹#›</a:t>
            </a:fld>
            <a:endParaRPr lang="en-US" altLang="en-US"/>
          </a:p>
        </p:txBody>
      </p:sp>
    </p:spTree>
    <p:extLst>
      <p:ext uri="{BB962C8B-B14F-4D97-AF65-F5344CB8AC3E}">
        <p14:creationId xmlns:p14="http://schemas.microsoft.com/office/powerpoint/2010/main" val="68951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E503AFB-FFFD-144A-2798-9770EF141EC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6077A9D-C4EA-EAA2-494C-CBD507A558A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1B8F5CB-87BB-1F2A-D40A-E7E82C8C9514}"/>
              </a:ext>
            </a:extLst>
          </p:cNvPr>
          <p:cNvSpPr>
            <a:spLocks noGrp="1" noChangeArrowheads="1"/>
          </p:cNvSpPr>
          <p:nvPr>
            <p:ph type="sldNum" sz="quarter" idx="12"/>
          </p:nvPr>
        </p:nvSpPr>
        <p:spPr>
          <a:ln/>
        </p:spPr>
        <p:txBody>
          <a:bodyPr/>
          <a:lstStyle>
            <a:lvl1pPr>
              <a:defRPr/>
            </a:lvl1pPr>
          </a:lstStyle>
          <a:p>
            <a:fld id="{871BFEF2-9912-6B4F-92D9-056D259AAEF7}" type="slidenum">
              <a:rPr lang="en-US" altLang="en-US"/>
              <a:pPr/>
              <a:t>‹#›</a:t>
            </a:fld>
            <a:endParaRPr lang="en-US" altLang="en-US"/>
          </a:p>
        </p:txBody>
      </p:sp>
    </p:spTree>
    <p:extLst>
      <p:ext uri="{BB962C8B-B14F-4D97-AF65-F5344CB8AC3E}">
        <p14:creationId xmlns:p14="http://schemas.microsoft.com/office/powerpoint/2010/main" val="34357410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956E5F8-6409-C534-4A46-3A04E6E4F35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AD3CD7A-008D-8886-E65E-B514132389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BA130FB-3607-2301-BCB9-BF1B7E800BFA}"/>
              </a:ext>
            </a:extLst>
          </p:cNvPr>
          <p:cNvSpPr>
            <a:spLocks noGrp="1" noChangeArrowheads="1"/>
          </p:cNvSpPr>
          <p:nvPr>
            <p:ph type="sldNum" sz="quarter" idx="12"/>
          </p:nvPr>
        </p:nvSpPr>
        <p:spPr>
          <a:ln/>
        </p:spPr>
        <p:txBody>
          <a:bodyPr/>
          <a:lstStyle>
            <a:lvl1pPr>
              <a:defRPr/>
            </a:lvl1pPr>
          </a:lstStyle>
          <a:p>
            <a:fld id="{79A9F3E9-1C43-DA45-AB53-D0D94811989B}" type="slidenum">
              <a:rPr lang="en-US" altLang="en-US"/>
              <a:pPr/>
              <a:t>‹#›</a:t>
            </a:fld>
            <a:endParaRPr lang="en-US" altLang="en-US"/>
          </a:p>
        </p:txBody>
      </p:sp>
    </p:spTree>
    <p:extLst>
      <p:ext uri="{BB962C8B-B14F-4D97-AF65-F5344CB8AC3E}">
        <p14:creationId xmlns:p14="http://schemas.microsoft.com/office/powerpoint/2010/main" val="31965029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DBF0181-39EB-6290-5C99-471E0D70646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FD8D901-AD8C-C7B6-F3F9-856EB9F19B2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945C498-8430-6865-F30F-114CB2940CB9}"/>
              </a:ext>
            </a:extLst>
          </p:cNvPr>
          <p:cNvSpPr>
            <a:spLocks noGrp="1" noChangeArrowheads="1"/>
          </p:cNvSpPr>
          <p:nvPr>
            <p:ph type="sldNum" sz="quarter" idx="12"/>
          </p:nvPr>
        </p:nvSpPr>
        <p:spPr>
          <a:ln/>
        </p:spPr>
        <p:txBody>
          <a:bodyPr/>
          <a:lstStyle>
            <a:lvl1pPr>
              <a:defRPr/>
            </a:lvl1pPr>
          </a:lstStyle>
          <a:p>
            <a:fld id="{BD9298B8-87D2-8549-B3A6-16CA7EB6C536}" type="slidenum">
              <a:rPr lang="en-US" altLang="en-US"/>
              <a:pPr/>
              <a:t>‹#›</a:t>
            </a:fld>
            <a:endParaRPr lang="en-US" altLang="en-US"/>
          </a:p>
        </p:txBody>
      </p:sp>
    </p:spTree>
    <p:extLst>
      <p:ext uri="{BB962C8B-B14F-4D97-AF65-F5344CB8AC3E}">
        <p14:creationId xmlns:p14="http://schemas.microsoft.com/office/powerpoint/2010/main" val="39242612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6180953-C3E0-E9E6-1332-237768B41E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3FD7454-A03F-7040-BFAB-406EF0C19B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4252649-BA7F-7665-358B-E432CD03D0AA}"/>
              </a:ext>
            </a:extLst>
          </p:cNvPr>
          <p:cNvSpPr>
            <a:spLocks noGrp="1" noChangeArrowheads="1"/>
          </p:cNvSpPr>
          <p:nvPr>
            <p:ph type="sldNum" sz="quarter" idx="12"/>
          </p:nvPr>
        </p:nvSpPr>
        <p:spPr>
          <a:ln/>
        </p:spPr>
        <p:txBody>
          <a:bodyPr/>
          <a:lstStyle>
            <a:lvl1pPr>
              <a:defRPr/>
            </a:lvl1pPr>
          </a:lstStyle>
          <a:p>
            <a:fld id="{7B8F5541-FE3A-7E43-8370-58EEE6B932A6}" type="slidenum">
              <a:rPr lang="en-US" altLang="en-US"/>
              <a:pPr/>
              <a:t>‹#›</a:t>
            </a:fld>
            <a:endParaRPr lang="en-US" altLang="en-US"/>
          </a:p>
        </p:txBody>
      </p:sp>
    </p:spTree>
    <p:extLst>
      <p:ext uri="{BB962C8B-B14F-4D97-AF65-F5344CB8AC3E}">
        <p14:creationId xmlns:p14="http://schemas.microsoft.com/office/powerpoint/2010/main" val="20626977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2F6A28C-8413-7C73-4E2E-64BF69BC99A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35686D9-7B3B-6BA0-78CA-B2B630FE51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FAB3A74-E0F8-9853-6F8C-F7C544154488}"/>
              </a:ext>
            </a:extLst>
          </p:cNvPr>
          <p:cNvSpPr>
            <a:spLocks noGrp="1" noChangeArrowheads="1"/>
          </p:cNvSpPr>
          <p:nvPr>
            <p:ph type="sldNum" sz="quarter" idx="12"/>
          </p:nvPr>
        </p:nvSpPr>
        <p:spPr>
          <a:ln/>
        </p:spPr>
        <p:txBody>
          <a:bodyPr/>
          <a:lstStyle>
            <a:lvl1pPr>
              <a:defRPr/>
            </a:lvl1pPr>
          </a:lstStyle>
          <a:p>
            <a:fld id="{DFE62DA3-6311-2E41-B5F3-C9D0AC40678F}" type="slidenum">
              <a:rPr lang="en-US" altLang="en-US"/>
              <a:pPr/>
              <a:t>‹#›</a:t>
            </a:fld>
            <a:endParaRPr lang="en-US" altLang="en-US"/>
          </a:p>
        </p:txBody>
      </p:sp>
    </p:spTree>
    <p:extLst>
      <p:ext uri="{BB962C8B-B14F-4D97-AF65-F5344CB8AC3E}">
        <p14:creationId xmlns:p14="http://schemas.microsoft.com/office/powerpoint/2010/main" val="29745552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AA4D6A4-0F1D-C799-DC9E-D58E55E56DE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3BF788F-DC9B-63E4-0E26-DC9CFFC739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8E88D8D-780C-0762-11AD-A5656D6EBDA1}"/>
              </a:ext>
            </a:extLst>
          </p:cNvPr>
          <p:cNvSpPr>
            <a:spLocks noGrp="1" noChangeArrowheads="1"/>
          </p:cNvSpPr>
          <p:nvPr>
            <p:ph type="sldNum" sz="quarter" idx="12"/>
          </p:nvPr>
        </p:nvSpPr>
        <p:spPr>
          <a:ln/>
        </p:spPr>
        <p:txBody>
          <a:bodyPr/>
          <a:lstStyle>
            <a:lvl1pPr>
              <a:defRPr/>
            </a:lvl1pPr>
          </a:lstStyle>
          <a:p>
            <a:fld id="{AFEAFEA3-FB7A-7146-8C9B-8CC3BDE88DD0}" type="slidenum">
              <a:rPr lang="en-US" altLang="en-US"/>
              <a:pPr/>
              <a:t>‹#›</a:t>
            </a:fld>
            <a:endParaRPr lang="en-US" altLang="en-US"/>
          </a:p>
        </p:txBody>
      </p:sp>
    </p:spTree>
    <p:extLst>
      <p:ext uri="{BB962C8B-B14F-4D97-AF65-F5344CB8AC3E}">
        <p14:creationId xmlns:p14="http://schemas.microsoft.com/office/powerpoint/2010/main" val="7657124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46E9586-C47F-C341-9125-D9D4B42B806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F55B08B-1B70-95CD-B62E-7F7864282FF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7347777-358D-3090-75AC-1C8973836344}"/>
              </a:ext>
            </a:extLst>
          </p:cNvPr>
          <p:cNvSpPr>
            <a:spLocks noGrp="1" noChangeArrowheads="1"/>
          </p:cNvSpPr>
          <p:nvPr>
            <p:ph type="sldNum" sz="quarter" idx="12"/>
          </p:nvPr>
        </p:nvSpPr>
        <p:spPr>
          <a:ln/>
        </p:spPr>
        <p:txBody>
          <a:bodyPr/>
          <a:lstStyle>
            <a:lvl1pPr>
              <a:defRPr/>
            </a:lvl1pPr>
          </a:lstStyle>
          <a:p>
            <a:fld id="{1E38AD56-1716-954A-99C0-753256FCF3A8}" type="slidenum">
              <a:rPr lang="en-US" altLang="en-US"/>
              <a:pPr/>
              <a:t>‹#›</a:t>
            </a:fld>
            <a:endParaRPr lang="en-US" altLang="en-US"/>
          </a:p>
        </p:txBody>
      </p:sp>
    </p:spTree>
    <p:extLst>
      <p:ext uri="{BB962C8B-B14F-4D97-AF65-F5344CB8AC3E}">
        <p14:creationId xmlns:p14="http://schemas.microsoft.com/office/powerpoint/2010/main" val="21773455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E14E62A-B0B3-6A4F-B949-BA1DE54B41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9E4D5A9-22C2-EE3C-0468-4E5A832388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AFED5B0-A89D-CA39-E718-91B0A995102A}"/>
              </a:ext>
            </a:extLst>
          </p:cNvPr>
          <p:cNvSpPr>
            <a:spLocks noGrp="1" noChangeArrowheads="1"/>
          </p:cNvSpPr>
          <p:nvPr>
            <p:ph type="sldNum" sz="quarter" idx="12"/>
          </p:nvPr>
        </p:nvSpPr>
        <p:spPr>
          <a:ln/>
        </p:spPr>
        <p:txBody>
          <a:bodyPr/>
          <a:lstStyle>
            <a:lvl1pPr>
              <a:defRPr/>
            </a:lvl1pPr>
          </a:lstStyle>
          <a:p>
            <a:fld id="{0D008ED5-36A3-3140-A9E4-214DDD3BED94}" type="slidenum">
              <a:rPr lang="en-US" altLang="en-US"/>
              <a:pPr/>
              <a:t>‹#›</a:t>
            </a:fld>
            <a:endParaRPr lang="en-US" altLang="en-US"/>
          </a:p>
        </p:txBody>
      </p:sp>
    </p:spTree>
    <p:extLst>
      <p:ext uri="{BB962C8B-B14F-4D97-AF65-F5344CB8AC3E}">
        <p14:creationId xmlns:p14="http://schemas.microsoft.com/office/powerpoint/2010/main" val="17603789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44DDD94-890A-3421-2458-5E199BE5F6A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6EF17C1-D0EB-3F52-E12E-E3937C747C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26B96D7-3872-365A-9826-A5C0AB0B3EDA}"/>
              </a:ext>
            </a:extLst>
          </p:cNvPr>
          <p:cNvSpPr>
            <a:spLocks noGrp="1" noChangeArrowheads="1"/>
          </p:cNvSpPr>
          <p:nvPr>
            <p:ph type="sldNum" sz="quarter" idx="12"/>
          </p:nvPr>
        </p:nvSpPr>
        <p:spPr>
          <a:ln/>
        </p:spPr>
        <p:txBody>
          <a:bodyPr/>
          <a:lstStyle>
            <a:lvl1pPr>
              <a:defRPr/>
            </a:lvl1pPr>
          </a:lstStyle>
          <a:p>
            <a:fld id="{667FCD5A-DE7B-694A-B34A-36652EDC05F5}" type="slidenum">
              <a:rPr lang="en-US" altLang="en-US"/>
              <a:pPr/>
              <a:t>‹#›</a:t>
            </a:fld>
            <a:endParaRPr lang="en-US" altLang="en-US"/>
          </a:p>
        </p:txBody>
      </p:sp>
    </p:spTree>
    <p:extLst>
      <p:ext uri="{BB962C8B-B14F-4D97-AF65-F5344CB8AC3E}">
        <p14:creationId xmlns:p14="http://schemas.microsoft.com/office/powerpoint/2010/main" val="22257877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ED9DBFE-B2AA-9B61-4546-90B7F4C0AA5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1F0B699-D5BD-1E6E-DA14-11865F9D954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1761225-B3CF-AFA1-37E1-8FE76E5820C0}"/>
              </a:ext>
            </a:extLst>
          </p:cNvPr>
          <p:cNvSpPr>
            <a:spLocks noGrp="1" noChangeArrowheads="1"/>
          </p:cNvSpPr>
          <p:nvPr>
            <p:ph type="sldNum" sz="quarter" idx="12"/>
          </p:nvPr>
        </p:nvSpPr>
        <p:spPr>
          <a:ln/>
        </p:spPr>
        <p:txBody>
          <a:bodyPr/>
          <a:lstStyle>
            <a:lvl1pPr>
              <a:defRPr/>
            </a:lvl1pPr>
          </a:lstStyle>
          <a:p>
            <a:fld id="{73837635-6CD5-FF4E-AE42-0C76A8C65D1A}" type="slidenum">
              <a:rPr lang="en-US" altLang="en-US"/>
              <a:pPr/>
              <a:t>‹#›</a:t>
            </a:fld>
            <a:endParaRPr lang="en-US" altLang="en-US"/>
          </a:p>
        </p:txBody>
      </p:sp>
    </p:spTree>
    <p:extLst>
      <p:ext uri="{BB962C8B-B14F-4D97-AF65-F5344CB8AC3E}">
        <p14:creationId xmlns:p14="http://schemas.microsoft.com/office/powerpoint/2010/main" val="3995342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248E74B-E974-153F-FF1D-15B36DCA084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E2A9896-DA96-A268-5568-53BC65FA53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7F8F8A8-7520-9D62-933F-3896DDFD5534}"/>
              </a:ext>
            </a:extLst>
          </p:cNvPr>
          <p:cNvSpPr>
            <a:spLocks noGrp="1" noChangeArrowheads="1"/>
          </p:cNvSpPr>
          <p:nvPr>
            <p:ph type="sldNum" sz="quarter" idx="12"/>
          </p:nvPr>
        </p:nvSpPr>
        <p:spPr>
          <a:ln/>
        </p:spPr>
        <p:txBody>
          <a:bodyPr/>
          <a:lstStyle>
            <a:lvl1pPr>
              <a:defRPr/>
            </a:lvl1pPr>
          </a:lstStyle>
          <a:p>
            <a:fld id="{369BAE59-4B87-2E46-9268-99A1B7A4B30F}" type="slidenum">
              <a:rPr lang="en-US" altLang="en-US"/>
              <a:pPr/>
              <a:t>‹#›</a:t>
            </a:fld>
            <a:endParaRPr lang="en-US" altLang="en-US"/>
          </a:p>
        </p:txBody>
      </p:sp>
    </p:spTree>
    <p:extLst>
      <p:ext uri="{BB962C8B-B14F-4D97-AF65-F5344CB8AC3E}">
        <p14:creationId xmlns:p14="http://schemas.microsoft.com/office/powerpoint/2010/main" val="39422139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33965D4-F87B-EEF4-7B94-7444E3CF0B7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FB8C9AB-77FA-226C-91D7-03AA739215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439021F-26A1-C29E-0990-DC3BEC3C96F4}"/>
              </a:ext>
            </a:extLst>
          </p:cNvPr>
          <p:cNvSpPr>
            <a:spLocks noGrp="1" noChangeArrowheads="1"/>
          </p:cNvSpPr>
          <p:nvPr>
            <p:ph type="sldNum" sz="quarter" idx="12"/>
          </p:nvPr>
        </p:nvSpPr>
        <p:spPr>
          <a:ln/>
        </p:spPr>
        <p:txBody>
          <a:bodyPr/>
          <a:lstStyle>
            <a:lvl1pPr>
              <a:defRPr/>
            </a:lvl1pPr>
          </a:lstStyle>
          <a:p>
            <a:fld id="{9D800635-66B6-B441-8513-2088865EB17C}" type="slidenum">
              <a:rPr lang="en-US" altLang="en-US"/>
              <a:pPr/>
              <a:t>‹#›</a:t>
            </a:fld>
            <a:endParaRPr lang="en-US" altLang="en-US"/>
          </a:p>
        </p:txBody>
      </p:sp>
    </p:spTree>
    <p:extLst>
      <p:ext uri="{BB962C8B-B14F-4D97-AF65-F5344CB8AC3E}">
        <p14:creationId xmlns:p14="http://schemas.microsoft.com/office/powerpoint/2010/main" val="9063570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B95CB11-B5BC-323D-BE41-B5B0BDEEFEA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6F9BF68-744C-A08D-9F9E-64C4FCE568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BD07E7A-F9FD-5253-0DB5-2BC70BF4FA8B}"/>
              </a:ext>
            </a:extLst>
          </p:cNvPr>
          <p:cNvSpPr>
            <a:spLocks noGrp="1" noChangeArrowheads="1"/>
          </p:cNvSpPr>
          <p:nvPr>
            <p:ph type="sldNum" sz="quarter" idx="12"/>
          </p:nvPr>
        </p:nvSpPr>
        <p:spPr>
          <a:ln/>
        </p:spPr>
        <p:txBody>
          <a:bodyPr/>
          <a:lstStyle>
            <a:lvl1pPr>
              <a:defRPr/>
            </a:lvl1pPr>
          </a:lstStyle>
          <a:p>
            <a:fld id="{29C25255-2B9B-2A4C-929A-CFEA28544D6C}" type="slidenum">
              <a:rPr lang="en-US" altLang="en-US"/>
              <a:pPr/>
              <a:t>‹#›</a:t>
            </a:fld>
            <a:endParaRPr lang="en-US" altLang="en-US"/>
          </a:p>
        </p:txBody>
      </p:sp>
    </p:spTree>
    <p:extLst>
      <p:ext uri="{BB962C8B-B14F-4D97-AF65-F5344CB8AC3E}">
        <p14:creationId xmlns:p14="http://schemas.microsoft.com/office/powerpoint/2010/main" val="41858708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F60A703-6CB2-2073-8774-7FC03BD91A9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D0027D7-C95C-E15F-1096-197F577638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3A17985-95CF-160E-F7B1-351EF7B858D3}"/>
              </a:ext>
            </a:extLst>
          </p:cNvPr>
          <p:cNvSpPr>
            <a:spLocks noGrp="1" noChangeArrowheads="1"/>
          </p:cNvSpPr>
          <p:nvPr>
            <p:ph type="sldNum" sz="quarter" idx="12"/>
          </p:nvPr>
        </p:nvSpPr>
        <p:spPr>
          <a:ln/>
        </p:spPr>
        <p:txBody>
          <a:bodyPr/>
          <a:lstStyle>
            <a:lvl1pPr>
              <a:defRPr/>
            </a:lvl1pPr>
          </a:lstStyle>
          <a:p>
            <a:fld id="{6555D654-5FE7-F242-B234-025EBC027BF3}" type="slidenum">
              <a:rPr lang="en-US" altLang="en-US"/>
              <a:pPr/>
              <a:t>‹#›</a:t>
            </a:fld>
            <a:endParaRPr lang="en-US" altLang="en-US"/>
          </a:p>
        </p:txBody>
      </p:sp>
    </p:spTree>
    <p:extLst>
      <p:ext uri="{BB962C8B-B14F-4D97-AF65-F5344CB8AC3E}">
        <p14:creationId xmlns:p14="http://schemas.microsoft.com/office/powerpoint/2010/main" val="31515403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5140876-77FF-0921-EEA9-FA71104EBD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779AC60-A2CC-CF7F-508C-2F47E79B28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152E8D7-FD42-ACE1-7FAF-0DD9728A40C5}"/>
              </a:ext>
            </a:extLst>
          </p:cNvPr>
          <p:cNvSpPr>
            <a:spLocks noGrp="1" noChangeArrowheads="1"/>
          </p:cNvSpPr>
          <p:nvPr>
            <p:ph type="sldNum" sz="quarter" idx="12"/>
          </p:nvPr>
        </p:nvSpPr>
        <p:spPr>
          <a:ln/>
        </p:spPr>
        <p:txBody>
          <a:bodyPr/>
          <a:lstStyle>
            <a:lvl1pPr>
              <a:defRPr/>
            </a:lvl1pPr>
          </a:lstStyle>
          <a:p>
            <a:fld id="{FE033074-BC9D-6F47-B347-D96F3377C999}" type="slidenum">
              <a:rPr lang="en-US" altLang="en-US"/>
              <a:pPr/>
              <a:t>‹#›</a:t>
            </a:fld>
            <a:endParaRPr lang="en-US" altLang="en-US"/>
          </a:p>
        </p:txBody>
      </p:sp>
    </p:spTree>
    <p:extLst>
      <p:ext uri="{BB962C8B-B14F-4D97-AF65-F5344CB8AC3E}">
        <p14:creationId xmlns:p14="http://schemas.microsoft.com/office/powerpoint/2010/main" val="19864090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6A3C134-FABB-D9C6-6EBD-63AE2481ADC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7182C40-8556-C30B-8FF9-50FFA86653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9438278-2C8B-3692-B9CF-09BF71ED2771}"/>
              </a:ext>
            </a:extLst>
          </p:cNvPr>
          <p:cNvSpPr>
            <a:spLocks noGrp="1" noChangeArrowheads="1"/>
          </p:cNvSpPr>
          <p:nvPr>
            <p:ph type="sldNum" sz="quarter" idx="12"/>
          </p:nvPr>
        </p:nvSpPr>
        <p:spPr>
          <a:ln/>
        </p:spPr>
        <p:txBody>
          <a:bodyPr/>
          <a:lstStyle>
            <a:lvl1pPr>
              <a:defRPr/>
            </a:lvl1pPr>
          </a:lstStyle>
          <a:p>
            <a:fld id="{6DE53DE6-D983-8842-9D16-A5135F5053D0}" type="slidenum">
              <a:rPr lang="en-US" altLang="en-US"/>
              <a:pPr/>
              <a:t>‹#›</a:t>
            </a:fld>
            <a:endParaRPr lang="en-US" altLang="en-US"/>
          </a:p>
        </p:txBody>
      </p:sp>
    </p:spTree>
    <p:extLst>
      <p:ext uri="{BB962C8B-B14F-4D97-AF65-F5344CB8AC3E}">
        <p14:creationId xmlns:p14="http://schemas.microsoft.com/office/powerpoint/2010/main" val="6473559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D13961D-6921-D048-CB54-5AE6FC2DA65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FECBDC1-103F-A188-73AA-8F4DC92E64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1E6B743-AAB1-1EC0-AC07-F3C6FCE1C088}"/>
              </a:ext>
            </a:extLst>
          </p:cNvPr>
          <p:cNvSpPr>
            <a:spLocks noGrp="1" noChangeArrowheads="1"/>
          </p:cNvSpPr>
          <p:nvPr>
            <p:ph type="sldNum" sz="quarter" idx="12"/>
          </p:nvPr>
        </p:nvSpPr>
        <p:spPr>
          <a:ln/>
        </p:spPr>
        <p:txBody>
          <a:bodyPr/>
          <a:lstStyle>
            <a:lvl1pPr>
              <a:defRPr/>
            </a:lvl1pPr>
          </a:lstStyle>
          <a:p>
            <a:fld id="{F45F6BFF-EDED-0A46-9216-56A6B6CCCADC}" type="slidenum">
              <a:rPr lang="en-US" altLang="en-US"/>
              <a:pPr/>
              <a:t>‹#›</a:t>
            </a:fld>
            <a:endParaRPr lang="en-US" altLang="en-US"/>
          </a:p>
        </p:txBody>
      </p:sp>
    </p:spTree>
    <p:extLst>
      <p:ext uri="{BB962C8B-B14F-4D97-AF65-F5344CB8AC3E}">
        <p14:creationId xmlns:p14="http://schemas.microsoft.com/office/powerpoint/2010/main" val="19359489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F3943F9-1E56-4FFD-21D6-717B6602818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31E15BF-3418-9288-A02D-4BCA724881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32EA2CA-5180-610C-F20B-419ECBE1167B}"/>
              </a:ext>
            </a:extLst>
          </p:cNvPr>
          <p:cNvSpPr>
            <a:spLocks noGrp="1" noChangeArrowheads="1"/>
          </p:cNvSpPr>
          <p:nvPr>
            <p:ph type="sldNum" sz="quarter" idx="12"/>
          </p:nvPr>
        </p:nvSpPr>
        <p:spPr>
          <a:ln/>
        </p:spPr>
        <p:txBody>
          <a:bodyPr/>
          <a:lstStyle>
            <a:lvl1pPr>
              <a:defRPr/>
            </a:lvl1pPr>
          </a:lstStyle>
          <a:p>
            <a:fld id="{42906292-B9AE-534D-990D-BE3B923A4080}" type="slidenum">
              <a:rPr lang="en-US" altLang="en-US"/>
              <a:pPr/>
              <a:t>‹#›</a:t>
            </a:fld>
            <a:endParaRPr lang="en-US" altLang="en-US"/>
          </a:p>
        </p:txBody>
      </p:sp>
    </p:spTree>
    <p:extLst>
      <p:ext uri="{BB962C8B-B14F-4D97-AF65-F5344CB8AC3E}">
        <p14:creationId xmlns:p14="http://schemas.microsoft.com/office/powerpoint/2010/main" val="6817705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EE67606-D4C9-048B-C838-BA7AF0C6086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5F5E838-0397-7019-6E55-C93F30759A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89963FD-2E1B-A0B9-EFF6-BBA335ABFB53}"/>
              </a:ext>
            </a:extLst>
          </p:cNvPr>
          <p:cNvSpPr>
            <a:spLocks noGrp="1" noChangeArrowheads="1"/>
          </p:cNvSpPr>
          <p:nvPr>
            <p:ph type="sldNum" sz="quarter" idx="12"/>
          </p:nvPr>
        </p:nvSpPr>
        <p:spPr>
          <a:ln/>
        </p:spPr>
        <p:txBody>
          <a:bodyPr/>
          <a:lstStyle>
            <a:lvl1pPr>
              <a:defRPr/>
            </a:lvl1pPr>
          </a:lstStyle>
          <a:p>
            <a:fld id="{DECF0B7D-D585-8542-8C11-5A1EA7CFA5B1}" type="slidenum">
              <a:rPr lang="en-US" altLang="en-US"/>
              <a:pPr/>
              <a:t>‹#›</a:t>
            </a:fld>
            <a:endParaRPr lang="en-US" altLang="en-US"/>
          </a:p>
        </p:txBody>
      </p:sp>
    </p:spTree>
    <p:extLst>
      <p:ext uri="{BB962C8B-B14F-4D97-AF65-F5344CB8AC3E}">
        <p14:creationId xmlns:p14="http://schemas.microsoft.com/office/powerpoint/2010/main" val="23627466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BDC74F5-8F88-1837-30A1-F6FE993E62C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AD9DE55-AFC4-3D4C-465F-071386B1CC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78124ED-3378-26FF-ABA3-89B1B31AA494}"/>
              </a:ext>
            </a:extLst>
          </p:cNvPr>
          <p:cNvSpPr>
            <a:spLocks noGrp="1" noChangeArrowheads="1"/>
          </p:cNvSpPr>
          <p:nvPr>
            <p:ph type="sldNum" sz="quarter" idx="12"/>
          </p:nvPr>
        </p:nvSpPr>
        <p:spPr>
          <a:ln/>
        </p:spPr>
        <p:txBody>
          <a:bodyPr/>
          <a:lstStyle>
            <a:lvl1pPr>
              <a:defRPr/>
            </a:lvl1pPr>
          </a:lstStyle>
          <a:p>
            <a:fld id="{C5D1697D-2D8C-8A4F-B756-360E3470ADC5}" type="slidenum">
              <a:rPr lang="en-US" altLang="en-US"/>
              <a:pPr/>
              <a:t>‹#›</a:t>
            </a:fld>
            <a:endParaRPr lang="en-US" altLang="en-US"/>
          </a:p>
        </p:txBody>
      </p:sp>
    </p:spTree>
    <p:extLst>
      <p:ext uri="{BB962C8B-B14F-4D97-AF65-F5344CB8AC3E}">
        <p14:creationId xmlns:p14="http://schemas.microsoft.com/office/powerpoint/2010/main" val="31562855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9600F6A-BBBF-6314-99E3-6D156A439D9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C3DB4FE-E181-999F-5869-4DF1538480E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DA596B7-7F5A-0024-B9E6-8AE0410BD5AE}"/>
              </a:ext>
            </a:extLst>
          </p:cNvPr>
          <p:cNvSpPr>
            <a:spLocks noGrp="1" noChangeArrowheads="1"/>
          </p:cNvSpPr>
          <p:nvPr>
            <p:ph type="sldNum" sz="quarter" idx="12"/>
          </p:nvPr>
        </p:nvSpPr>
        <p:spPr>
          <a:ln/>
        </p:spPr>
        <p:txBody>
          <a:bodyPr/>
          <a:lstStyle>
            <a:lvl1pPr>
              <a:defRPr/>
            </a:lvl1pPr>
          </a:lstStyle>
          <a:p>
            <a:fld id="{A56A6A82-BE82-FF45-AA2E-E2B13811C1ED}" type="slidenum">
              <a:rPr lang="en-US" altLang="en-US"/>
              <a:pPr/>
              <a:t>‹#›</a:t>
            </a:fld>
            <a:endParaRPr lang="en-US" altLang="en-US"/>
          </a:p>
        </p:txBody>
      </p:sp>
    </p:spTree>
    <p:extLst>
      <p:ext uri="{BB962C8B-B14F-4D97-AF65-F5344CB8AC3E}">
        <p14:creationId xmlns:p14="http://schemas.microsoft.com/office/powerpoint/2010/main" val="39671061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152AC9D-4B64-EF60-4DB6-55FDB3B70B4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6625DFE-16A6-361B-3465-D707607CA3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0960DA9-F8DA-4986-5347-FE2690C96F42}"/>
              </a:ext>
            </a:extLst>
          </p:cNvPr>
          <p:cNvSpPr>
            <a:spLocks noGrp="1" noChangeArrowheads="1"/>
          </p:cNvSpPr>
          <p:nvPr>
            <p:ph type="sldNum" sz="quarter" idx="12"/>
          </p:nvPr>
        </p:nvSpPr>
        <p:spPr>
          <a:ln/>
        </p:spPr>
        <p:txBody>
          <a:bodyPr/>
          <a:lstStyle>
            <a:lvl1pPr>
              <a:defRPr/>
            </a:lvl1pPr>
          </a:lstStyle>
          <a:p>
            <a:fld id="{15E4CEB7-C8FF-2240-A1A3-94CDDFC0552A}" type="slidenum">
              <a:rPr lang="en-US" altLang="en-US"/>
              <a:pPr/>
              <a:t>‹#›</a:t>
            </a:fld>
            <a:endParaRPr lang="en-US" altLang="en-US"/>
          </a:p>
        </p:txBody>
      </p:sp>
    </p:spTree>
    <p:extLst>
      <p:ext uri="{BB962C8B-B14F-4D97-AF65-F5344CB8AC3E}">
        <p14:creationId xmlns:p14="http://schemas.microsoft.com/office/powerpoint/2010/main" val="23176359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2" name="Rectangle 4">
            <a:extLst>
              <a:ext uri="{FF2B5EF4-FFF2-40B4-BE49-F238E27FC236}">
                <a16:creationId xmlns:a16="http://schemas.microsoft.com/office/drawing/2014/main" id="{D7D29B24-97D9-0EC9-B111-E7CB99A8560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B014655-D817-1814-3479-B922400A1A0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07DD344-2414-F4F8-0C74-9B1E6FCBF01A}"/>
              </a:ext>
            </a:extLst>
          </p:cNvPr>
          <p:cNvSpPr>
            <a:spLocks noGrp="1" noChangeArrowheads="1"/>
          </p:cNvSpPr>
          <p:nvPr>
            <p:ph type="sldNum" sz="quarter" idx="12"/>
          </p:nvPr>
        </p:nvSpPr>
        <p:spPr>
          <a:ln/>
        </p:spPr>
        <p:txBody>
          <a:bodyPr/>
          <a:lstStyle>
            <a:lvl1pPr>
              <a:defRPr/>
            </a:lvl1pPr>
          </a:lstStyle>
          <a:p>
            <a:fld id="{1EC20A79-44EA-664C-851B-A7172FA3E4D0}" type="slidenum">
              <a:rPr lang="en-US" altLang="en-US"/>
              <a:pPr/>
              <a:t>‹#›</a:t>
            </a:fld>
            <a:endParaRPr lang="en-US" altLang="en-US"/>
          </a:p>
        </p:txBody>
      </p:sp>
    </p:spTree>
    <p:extLst>
      <p:ext uri="{BB962C8B-B14F-4D97-AF65-F5344CB8AC3E}">
        <p14:creationId xmlns:p14="http://schemas.microsoft.com/office/powerpoint/2010/main" val="15318682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E63795C-41B0-859B-F892-5D578976EED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78DE8C2-7D42-1F8C-6CA5-D90B6281EA2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2BCDDBE-BC18-D29A-261C-9489B9DEB1AE}"/>
              </a:ext>
            </a:extLst>
          </p:cNvPr>
          <p:cNvSpPr>
            <a:spLocks noGrp="1" noChangeArrowheads="1"/>
          </p:cNvSpPr>
          <p:nvPr>
            <p:ph type="sldNum" sz="quarter" idx="12"/>
          </p:nvPr>
        </p:nvSpPr>
        <p:spPr>
          <a:ln/>
        </p:spPr>
        <p:txBody>
          <a:bodyPr/>
          <a:lstStyle>
            <a:lvl1pPr>
              <a:defRPr/>
            </a:lvl1pPr>
          </a:lstStyle>
          <a:p>
            <a:fld id="{0E46BD36-8EFB-CA42-85AB-D72A32475C44}" type="slidenum">
              <a:rPr lang="en-US" altLang="en-US"/>
              <a:pPr/>
              <a:t>‹#›</a:t>
            </a:fld>
            <a:endParaRPr lang="en-US" altLang="en-US"/>
          </a:p>
        </p:txBody>
      </p:sp>
    </p:spTree>
    <p:extLst>
      <p:ext uri="{BB962C8B-B14F-4D97-AF65-F5344CB8AC3E}">
        <p14:creationId xmlns:p14="http://schemas.microsoft.com/office/powerpoint/2010/main" val="40586100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F795390-13F5-D42E-AF69-0B216C0E0C5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CB660F5-16A7-6260-576A-8157B64E64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2D3B093-36CF-4A26-B264-BCDAC8C11039}"/>
              </a:ext>
            </a:extLst>
          </p:cNvPr>
          <p:cNvSpPr>
            <a:spLocks noGrp="1" noChangeArrowheads="1"/>
          </p:cNvSpPr>
          <p:nvPr>
            <p:ph type="sldNum" sz="quarter" idx="12"/>
          </p:nvPr>
        </p:nvSpPr>
        <p:spPr>
          <a:ln/>
        </p:spPr>
        <p:txBody>
          <a:bodyPr/>
          <a:lstStyle>
            <a:lvl1pPr>
              <a:defRPr/>
            </a:lvl1pPr>
          </a:lstStyle>
          <a:p>
            <a:fld id="{7FE8E3CE-FB21-4041-B011-1D4E764FD64C}" type="slidenum">
              <a:rPr lang="en-US" altLang="en-US"/>
              <a:pPr/>
              <a:t>‹#›</a:t>
            </a:fld>
            <a:endParaRPr lang="en-US" altLang="en-US"/>
          </a:p>
        </p:txBody>
      </p:sp>
    </p:spTree>
    <p:extLst>
      <p:ext uri="{BB962C8B-B14F-4D97-AF65-F5344CB8AC3E}">
        <p14:creationId xmlns:p14="http://schemas.microsoft.com/office/powerpoint/2010/main" val="197761228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33D047A-8AA8-AB6A-990A-B1847F05F3A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F07C2C5-CAD3-68F3-DA67-6EA5A85A34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86F834D-1714-DEAE-805F-EBD6EA704742}"/>
              </a:ext>
            </a:extLst>
          </p:cNvPr>
          <p:cNvSpPr>
            <a:spLocks noGrp="1" noChangeArrowheads="1"/>
          </p:cNvSpPr>
          <p:nvPr>
            <p:ph type="sldNum" sz="quarter" idx="12"/>
          </p:nvPr>
        </p:nvSpPr>
        <p:spPr>
          <a:ln/>
        </p:spPr>
        <p:txBody>
          <a:bodyPr/>
          <a:lstStyle>
            <a:lvl1pPr>
              <a:defRPr/>
            </a:lvl1pPr>
          </a:lstStyle>
          <a:p>
            <a:fld id="{06BF2F6C-47A9-C247-8989-7E53C022296C}" type="slidenum">
              <a:rPr lang="en-US" altLang="en-US"/>
              <a:pPr/>
              <a:t>‹#›</a:t>
            </a:fld>
            <a:endParaRPr lang="en-US" altLang="en-US"/>
          </a:p>
        </p:txBody>
      </p:sp>
    </p:spTree>
    <p:extLst>
      <p:ext uri="{BB962C8B-B14F-4D97-AF65-F5344CB8AC3E}">
        <p14:creationId xmlns:p14="http://schemas.microsoft.com/office/powerpoint/2010/main" val="19226899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9657AD4-C9B8-B295-EF45-E6F4E82FAD1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3A7641F-1602-2F6F-FF06-4744FA6CABE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589DADD9-99A7-FF60-5567-1CD60F5CC061}"/>
              </a:ext>
            </a:extLst>
          </p:cNvPr>
          <p:cNvSpPr>
            <a:spLocks noGrp="1" noChangeArrowheads="1"/>
          </p:cNvSpPr>
          <p:nvPr>
            <p:ph type="sldNum" sz="quarter" idx="12"/>
          </p:nvPr>
        </p:nvSpPr>
        <p:spPr>
          <a:ln/>
        </p:spPr>
        <p:txBody>
          <a:bodyPr/>
          <a:lstStyle>
            <a:lvl1pPr>
              <a:defRPr/>
            </a:lvl1pPr>
          </a:lstStyle>
          <a:p>
            <a:fld id="{7E626369-3A74-0D43-86FA-BC097D5EFE04}" type="slidenum">
              <a:rPr lang="en-US" altLang="en-US"/>
              <a:pPr/>
              <a:t>‹#›</a:t>
            </a:fld>
            <a:endParaRPr lang="en-US" altLang="en-US"/>
          </a:p>
        </p:txBody>
      </p:sp>
    </p:spTree>
    <p:extLst>
      <p:ext uri="{BB962C8B-B14F-4D97-AF65-F5344CB8AC3E}">
        <p14:creationId xmlns:p14="http://schemas.microsoft.com/office/powerpoint/2010/main" val="18812334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FCD1F4A-29FD-C13A-07CC-198F140DAA4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2041E62-1368-6A5A-86A5-E9FEBA275F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CF41F7B-5421-A982-AE54-76909990C338}"/>
              </a:ext>
            </a:extLst>
          </p:cNvPr>
          <p:cNvSpPr>
            <a:spLocks noGrp="1" noChangeArrowheads="1"/>
          </p:cNvSpPr>
          <p:nvPr>
            <p:ph type="sldNum" sz="quarter" idx="12"/>
          </p:nvPr>
        </p:nvSpPr>
        <p:spPr>
          <a:ln/>
        </p:spPr>
        <p:txBody>
          <a:bodyPr/>
          <a:lstStyle>
            <a:lvl1pPr>
              <a:defRPr/>
            </a:lvl1pPr>
          </a:lstStyle>
          <a:p>
            <a:fld id="{ED12B902-DC05-2E41-9DEC-63DF8072B489}" type="slidenum">
              <a:rPr lang="en-US" altLang="en-US"/>
              <a:pPr/>
              <a:t>‹#›</a:t>
            </a:fld>
            <a:endParaRPr lang="en-US" altLang="en-US"/>
          </a:p>
        </p:txBody>
      </p:sp>
    </p:spTree>
    <p:extLst>
      <p:ext uri="{BB962C8B-B14F-4D97-AF65-F5344CB8AC3E}">
        <p14:creationId xmlns:p14="http://schemas.microsoft.com/office/powerpoint/2010/main" val="30261801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9E089B0-39BD-636B-10E5-C85D2B92730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F3F225C-13C8-FB72-C8B4-D3AA4F9C2E3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768CE80D-9ED9-4BA2-7FEF-BE2CF14B3034}"/>
              </a:ext>
            </a:extLst>
          </p:cNvPr>
          <p:cNvSpPr>
            <a:spLocks noGrp="1" noChangeArrowheads="1"/>
          </p:cNvSpPr>
          <p:nvPr>
            <p:ph type="sldNum" sz="quarter" idx="12"/>
          </p:nvPr>
        </p:nvSpPr>
        <p:spPr>
          <a:ln/>
        </p:spPr>
        <p:txBody>
          <a:bodyPr/>
          <a:lstStyle>
            <a:lvl1pPr>
              <a:defRPr/>
            </a:lvl1pPr>
          </a:lstStyle>
          <a:p>
            <a:fld id="{FD392194-527C-994B-AE1E-36F6BA0EF80A}" type="slidenum">
              <a:rPr lang="en-US" altLang="en-US"/>
              <a:pPr/>
              <a:t>‹#›</a:t>
            </a:fld>
            <a:endParaRPr lang="en-US" altLang="en-US"/>
          </a:p>
        </p:txBody>
      </p:sp>
    </p:spTree>
    <p:extLst>
      <p:ext uri="{BB962C8B-B14F-4D97-AF65-F5344CB8AC3E}">
        <p14:creationId xmlns:p14="http://schemas.microsoft.com/office/powerpoint/2010/main" val="5633488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4D26FFF-6750-B2C2-C452-26568A4E76F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D811354-2964-C04A-1189-E435F75FB0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EAFD2D9-4BD7-A1F6-8EF3-203A9C7C3769}"/>
              </a:ext>
            </a:extLst>
          </p:cNvPr>
          <p:cNvSpPr>
            <a:spLocks noGrp="1" noChangeArrowheads="1"/>
          </p:cNvSpPr>
          <p:nvPr>
            <p:ph type="sldNum" sz="quarter" idx="12"/>
          </p:nvPr>
        </p:nvSpPr>
        <p:spPr>
          <a:ln/>
        </p:spPr>
        <p:txBody>
          <a:bodyPr/>
          <a:lstStyle>
            <a:lvl1pPr>
              <a:defRPr/>
            </a:lvl1pPr>
          </a:lstStyle>
          <a:p>
            <a:fld id="{79862D88-A9C0-064B-BC88-0743DC6C18E1}" type="slidenum">
              <a:rPr lang="en-US" altLang="en-US"/>
              <a:pPr/>
              <a:t>‹#›</a:t>
            </a:fld>
            <a:endParaRPr lang="en-US" altLang="en-US"/>
          </a:p>
        </p:txBody>
      </p:sp>
    </p:spTree>
    <p:extLst>
      <p:ext uri="{BB962C8B-B14F-4D97-AF65-F5344CB8AC3E}">
        <p14:creationId xmlns:p14="http://schemas.microsoft.com/office/powerpoint/2010/main" val="19570691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21D9A8E-13E0-3E74-F178-3C803A0723E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15B9D60-DE9C-A865-4DEB-D73A1255CB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6D22081-5F14-684C-B774-37A5F7BD83F4}"/>
              </a:ext>
            </a:extLst>
          </p:cNvPr>
          <p:cNvSpPr>
            <a:spLocks noGrp="1" noChangeArrowheads="1"/>
          </p:cNvSpPr>
          <p:nvPr>
            <p:ph type="sldNum" sz="quarter" idx="12"/>
          </p:nvPr>
        </p:nvSpPr>
        <p:spPr>
          <a:ln/>
        </p:spPr>
        <p:txBody>
          <a:bodyPr/>
          <a:lstStyle>
            <a:lvl1pPr>
              <a:defRPr/>
            </a:lvl1pPr>
          </a:lstStyle>
          <a:p>
            <a:fld id="{1CAD8994-78B5-D943-B852-5DF68292FF2C}" type="slidenum">
              <a:rPr lang="en-US" altLang="en-US"/>
              <a:pPr/>
              <a:t>‹#›</a:t>
            </a:fld>
            <a:endParaRPr lang="en-US" altLang="en-US"/>
          </a:p>
        </p:txBody>
      </p:sp>
    </p:spTree>
    <p:extLst>
      <p:ext uri="{BB962C8B-B14F-4D97-AF65-F5344CB8AC3E}">
        <p14:creationId xmlns:p14="http://schemas.microsoft.com/office/powerpoint/2010/main" val="29513136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668D4B-6A49-CE8D-BFB7-47713ADFB38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38CBDB6-DA66-5A31-F692-E4C10EF4A0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ADFE050-9BED-DFDF-B554-90D413306FEC}"/>
              </a:ext>
            </a:extLst>
          </p:cNvPr>
          <p:cNvSpPr>
            <a:spLocks noGrp="1" noChangeArrowheads="1"/>
          </p:cNvSpPr>
          <p:nvPr>
            <p:ph type="sldNum" sz="quarter" idx="12"/>
          </p:nvPr>
        </p:nvSpPr>
        <p:spPr>
          <a:ln/>
        </p:spPr>
        <p:txBody>
          <a:bodyPr/>
          <a:lstStyle>
            <a:lvl1pPr>
              <a:defRPr/>
            </a:lvl1pPr>
          </a:lstStyle>
          <a:p>
            <a:fld id="{D2975606-992A-874E-B66B-8DB6931F8077}" type="slidenum">
              <a:rPr lang="en-US" altLang="en-US"/>
              <a:pPr/>
              <a:t>‹#›</a:t>
            </a:fld>
            <a:endParaRPr lang="en-US" altLang="en-US"/>
          </a:p>
        </p:txBody>
      </p:sp>
    </p:spTree>
    <p:extLst>
      <p:ext uri="{BB962C8B-B14F-4D97-AF65-F5344CB8AC3E}">
        <p14:creationId xmlns:p14="http://schemas.microsoft.com/office/powerpoint/2010/main" val="28652352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CA9665B-CF49-D1B0-550C-29A5429F6DE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D7FD29B-EF08-8F63-A2CE-4604E1DFED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17B4C11-664C-92B3-70BE-780D24B9F352}"/>
              </a:ext>
            </a:extLst>
          </p:cNvPr>
          <p:cNvSpPr>
            <a:spLocks noGrp="1" noChangeArrowheads="1"/>
          </p:cNvSpPr>
          <p:nvPr>
            <p:ph type="sldNum" sz="quarter" idx="12"/>
          </p:nvPr>
        </p:nvSpPr>
        <p:spPr>
          <a:ln/>
        </p:spPr>
        <p:txBody>
          <a:bodyPr/>
          <a:lstStyle>
            <a:lvl1pPr>
              <a:defRPr/>
            </a:lvl1pPr>
          </a:lstStyle>
          <a:p>
            <a:fld id="{D4148577-3187-AC40-AD2F-C91EBB3C2BA8}" type="slidenum">
              <a:rPr lang="en-US" altLang="en-US"/>
              <a:pPr/>
              <a:t>‹#›</a:t>
            </a:fld>
            <a:endParaRPr lang="en-US" altLang="en-US"/>
          </a:p>
        </p:txBody>
      </p:sp>
    </p:spTree>
    <p:extLst>
      <p:ext uri="{BB962C8B-B14F-4D97-AF65-F5344CB8AC3E}">
        <p14:creationId xmlns:p14="http://schemas.microsoft.com/office/powerpoint/2010/main" val="346074884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089D09-A98E-3CEC-1B53-6FA5333621E3}"/>
              </a:ext>
            </a:extLst>
          </p:cNvPr>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2DC522B-8F77-260C-3688-2B5658F1C834}"/>
              </a:ext>
            </a:extLst>
          </p:cNvPr>
          <p:cNvSpPr>
            <a:spLocks noGrp="1"/>
          </p:cNvSpPr>
          <p:nvPr>
            <p:ph type="sldNum" sz="quarter" idx="11"/>
          </p:nvPr>
        </p:nvSpPr>
        <p:spPr>
          <a:xfrm>
            <a:off x="6553200" y="6248400"/>
            <a:ext cx="1905000" cy="457200"/>
          </a:xfrm>
        </p:spPr>
        <p:txBody>
          <a:bodyPr/>
          <a:lstStyle>
            <a:lvl1pPr>
              <a:defRPr/>
            </a:lvl1pPr>
          </a:lstStyle>
          <a:p>
            <a:fld id="{FA85B5B3-9E17-A045-B8F3-DCFF0F5BCE58}" type="slidenum">
              <a:rPr lang="en-US" altLang="en-US"/>
              <a:pPr/>
              <a:t>‹#›</a:t>
            </a:fld>
            <a:endParaRPr lang="en-US" altLang="en-US"/>
          </a:p>
        </p:txBody>
      </p:sp>
      <p:sp>
        <p:nvSpPr>
          <p:cNvPr id="7" name="Footer Placeholder 6">
            <a:extLst>
              <a:ext uri="{FF2B5EF4-FFF2-40B4-BE49-F238E27FC236}">
                <a16:creationId xmlns:a16="http://schemas.microsoft.com/office/drawing/2014/main" id="{E13C94F7-0EE2-3C35-4234-61E0DD1EFAFA}"/>
              </a:ext>
            </a:extLst>
          </p:cNvPr>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1550680311"/>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AB34F918-0BB0-BC9E-9D90-736DFE101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3" name="Rectangle 5">
            <a:extLst>
              <a:ext uri="{FF2B5EF4-FFF2-40B4-BE49-F238E27FC236}">
                <a16:creationId xmlns:a16="http://schemas.microsoft.com/office/drawing/2014/main" id="{5CE10C1A-9C2E-3E02-D0F0-3C46B7C09123}"/>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74BFF24-0035-9F6B-AC34-12CFDEFBE8F9}"/>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79492F4C-1477-D21A-E878-3C4DAD7DFD9D}"/>
              </a:ext>
            </a:extLst>
          </p:cNvPr>
          <p:cNvSpPr>
            <a:spLocks noGrp="1" noChangeArrowheads="1"/>
          </p:cNvSpPr>
          <p:nvPr>
            <p:ph type="sldNum" sz="quarter" idx="12"/>
          </p:nvPr>
        </p:nvSpPr>
        <p:spPr/>
        <p:txBody>
          <a:bodyPr/>
          <a:lstStyle>
            <a:lvl1pPr>
              <a:defRPr/>
            </a:lvl1pPr>
          </a:lstStyle>
          <a:p>
            <a:fld id="{43E737E2-CDA8-8341-894E-704B1C608474}" type="slidenum">
              <a:rPr lang="en-US" altLang="en-US"/>
              <a:pPr/>
              <a:t>‹#›</a:t>
            </a:fld>
            <a:endParaRPr lang="en-US" altLang="en-US"/>
          </a:p>
        </p:txBody>
      </p:sp>
    </p:spTree>
    <p:extLst>
      <p:ext uri="{BB962C8B-B14F-4D97-AF65-F5344CB8AC3E}">
        <p14:creationId xmlns:p14="http://schemas.microsoft.com/office/powerpoint/2010/main" val="319555406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8BA989C-43FB-644F-FE63-49C2B733163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C020123-67AE-A39F-2442-BC73C18504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476147F8-FCA5-915D-E331-669519189E33}"/>
              </a:ext>
            </a:extLst>
          </p:cNvPr>
          <p:cNvSpPr>
            <a:spLocks noGrp="1" noChangeArrowheads="1"/>
          </p:cNvSpPr>
          <p:nvPr>
            <p:ph type="sldNum" sz="quarter" idx="12"/>
          </p:nvPr>
        </p:nvSpPr>
        <p:spPr>
          <a:ln/>
        </p:spPr>
        <p:txBody>
          <a:bodyPr/>
          <a:lstStyle>
            <a:lvl1pPr>
              <a:defRPr/>
            </a:lvl1pPr>
          </a:lstStyle>
          <a:p>
            <a:fld id="{19F0966B-3AD2-F444-9063-2EDDACDA690C}" type="slidenum">
              <a:rPr lang="en-US" altLang="en-US"/>
              <a:pPr/>
              <a:t>‹#›</a:t>
            </a:fld>
            <a:endParaRPr lang="en-US" altLang="en-US"/>
          </a:p>
        </p:txBody>
      </p:sp>
    </p:spTree>
    <p:extLst>
      <p:ext uri="{BB962C8B-B14F-4D97-AF65-F5344CB8AC3E}">
        <p14:creationId xmlns:p14="http://schemas.microsoft.com/office/powerpoint/2010/main" val="2941271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7FEA0F6-5A74-A245-06EC-CD6EB463FDE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AA2363F-1514-0B83-F958-F03744F439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ADA7EA2B-22AF-0E26-AE48-7CA87F7F9803}"/>
              </a:ext>
            </a:extLst>
          </p:cNvPr>
          <p:cNvSpPr>
            <a:spLocks noGrp="1" noChangeArrowheads="1"/>
          </p:cNvSpPr>
          <p:nvPr>
            <p:ph type="sldNum" sz="quarter" idx="12"/>
          </p:nvPr>
        </p:nvSpPr>
        <p:spPr>
          <a:ln/>
        </p:spPr>
        <p:txBody>
          <a:bodyPr/>
          <a:lstStyle>
            <a:lvl1pPr>
              <a:defRPr/>
            </a:lvl1pPr>
          </a:lstStyle>
          <a:p>
            <a:fld id="{54FC3584-3DBC-4F41-A4B7-EC69F587A309}" type="slidenum">
              <a:rPr lang="en-US" altLang="en-US"/>
              <a:pPr/>
              <a:t>‹#›</a:t>
            </a:fld>
            <a:endParaRPr lang="en-US" altLang="en-US"/>
          </a:p>
        </p:txBody>
      </p:sp>
    </p:spTree>
    <p:extLst>
      <p:ext uri="{BB962C8B-B14F-4D97-AF65-F5344CB8AC3E}">
        <p14:creationId xmlns:p14="http://schemas.microsoft.com/office/powerpoint/2010/main" val="35593712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3153386C-A516-C839-2D09-F30890560BD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BC73E18-9DC5-2211-9D60-804AC14E3CB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6E22463B-F630-D374-9E0D-318F23AE7A4A}"/>
              </a:ext>
            </a:extLst>
          </p:cNvPr>
          <p:cNvSpPr>
            <a:spLocks noGrp="1" noChangeArrowheads="1"/>
          </p:cNvSpPr>
          <p:nvPr>
            <p:ph type="sldNum" sz="quarter" idx="12"/>
          </p:nvPr>
        </p:nvSpPr>
        <p:spPr>
          <a:ln/>
        </p:spPr>
        <p:txBody>
          <a:bodyPr/>
          <a:lstStyle>
            <a:lvl1pPr>
              <a:defRPr/>
            </a:lvl1pPr>
          </a:lstStyle>
          <a:p>
            <a:fld id="{5B174D92-F823-EC4C-A708-96F50C05E88D}" type="slidenum">
              <a:rPr lang="en-US" altLang="en-US"/>
              <a:pPr/>
              <a:t>‹#›</a:t>
            </a:fld>
            <a:endParaRPr lang="en-US" altLang="en-US"/>
          </a:p>
        </p:txBody>
      </p:sp>
    </p:spTree>
    <p:extLst>
      <p:ext uri="{BB962C8B-B14F-4D97-AF65-F5344CB8AC3E}">
        <p14:creationId xmlns:p14="http://schemas.microsoft.com/office/powerpoint/2010/main" val="27868498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B7E40F6A-2702-0B47-8575-F039AB87796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1F2549A4-3EA7-B7EF-4486-B4F04DFDF47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7">
            <a:extLst>
              <a:ext uri="{FF2B5EF4-FFF2-40B4-BE49-F238E27FC236}">
                <a16:creationId xmlns:a16="http://schemas.microsoft.com/office/drawing/2014/main" id="{C586C1D2-7000-2311-D22C-C9467EA580F0}"/>
              </a:ext>
            </a:extLst>
          </p:cNvPr>
          <p:cNvSpPr>
            <a:spLocks noGrp="1" noChangeArrowheads="1"/>
          </p:cNvSpPr>
          <p:nvPr>
            <p:ph type="sldNum" sz="quarter" idx="12"/>
          </p:nvPr>
        </p:nvSpPr>
        <p:spPr>
          <a:ln/>
        </p:spPr>
        <p:txBody>
          <a:bodyPr/>
          <a:lstStyle>
            <a:lvl1pPr>
              <a:defRPr/>
            </a:lvl1pPr>
          </a:lstStyle>
          <a:p>
            <a:fld id="{0BEF502F-30E7-E945-9E0E-9EECAB3E620A}" type="slidenum">
              <a:rPr lang="en-US" altLang="en-US"/>
              <a:pPr/>
              <a:t>‹#›</a:t>
            </a:fld>
            <a:endParaRPr lang="en-US" altLang="en-US"/>
          </a:p>
        </p:txBody>
      </p:sp>
    </p:spTree>
    <p:extLst>
      <p:ext uri="{BB962C8B-B14F-4D97-AF65-F5344CB8AC3E}">
        <p14:creationId xmlns:p14="http://schemas.microsoft.com/office/powerpoint/2010/main" val="5929862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666C4189-61BD-DC77-7811-33BECDE43BE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F60491B-0EB8-BDFF-D9BA-73AB4D2B2C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BA0F859E-503B-7BDB-00CD-195383CDE0D7}"/>
              </a:ext>
            </a:extLst>
          </p:cNvPr>
          <p:cNvSpPr>
            <a:spLocks noGrp="1" noChangeArrowheads="1"/>
          </p:cNvSpPr>
          <p:nvPr>
            <p:ph type="sldNum" sz="quarter" idx="12"/>
          </p:nvPr>
        </p:nvSpPr>
        <p:spPr>
          <a:ln/>
        </p:spPr>
        <p:txBody>
          <a:bodyPr/>
          <a:lstStyle>
            <a:lvl1pPr>
              <a:defRPr/>
            </a:lvl1pPr>
          </a:lstStyle>
          <a:p>
            <a:fld id="{3D53069A-B948-EC40-98C6-8ED47DD182D5}" type="slidenum">
              <a:rPr lang="en-US" altLang="en-US"/>
              <a:pPr/>
              <a:t>‹#›</a:t>
            </a:fld>
            <a:endParaRPr lang="en-US" altLang="en-US"/>
          </a:p>
        </p:txBody>
      </p:sp>
    </p:spTree>
    <p:extLst>
      <p:ext uri="{BB962C8B-B14F-4D97-AF65-F5344CB8AC3E}">
        <p14:creationId xmlns:p14="http://schemas.microsoft.com/office/powerpoint/2010/main" val="277311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9A3F4C1-314C-8E9B-E522-B0988AD36CD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63D21133-B83B-1A8C-C489-EAE14BD7C6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7">
            <a:extLst>
              <a:ext uri="{FF2B5EF4-FFF2-40B4-BE49-F238E27FC236}">
                <a16:creationId xmlns:a16="http://schemas.microsoft.com/office/drawing/2014/main" id="{4C448CC0-5E16-D20D-200D-F37FC3136CD6}"/>
              </a:ext>
            </a:extLst>
          </p:cNvPr>
          <p:cNvSpPr>
            <a:spLocks noGrp="1" noChangeArrowheads="1"/>
          </p:cNvSpPr>
          <p:nvPr>
            <p:ph type="sldNum" sz="quarter" idx="12"/>
          </p:nvPr>
        </p:nvSpPr>
        <p:spPr>
          <a:ln/>
        </p:spPr>
        <p:txBody>
          <a:bodyPr/>
          <a:lstStyle>
            <a:lvl1pPr>
              <a:defRPr/>
            </a:lvl1pPr>
          </a:lstStyle>
          <a:p>
            <a:fld id="{08811067-AFFD-DF40-B095-5750F6170545}" type="slidenum">
              <a:rPr lang="en-US" altLang="en-US"/>
              <a:pPr/>
              <a:t>‹#›</a:t>
            </a:fld>
            <a:endParaRPr lang="en-US" altLang="en-US"/>
          </a:p>
        </p:txBody>
      </p:sp>
    </p:spTree>
    <p:extLst>
      <p:ext uri="{BB962C8B-B14F-4D97-AF65-F5344CB8AC3E}">
        <p14:creationId xmlns:p14="http://schemas.microsoft.com/office/powerpoint/2010/main" val="25612387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BF5D0CB-5D44-6BDF-811E-B282266E2A1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BA373A-993C-7D79-BD21-A6551B2879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1273DAB4-8DA1-0FCC-7481-1323DACC6AAE}"/>
              </a:ext>
            </a:extLst>
          </p:cNvPr>
          <p:cNvSpPr>
            <a:spLocks noGrp="1" noChangeArrowheads="1"/>
          </p:cNvSpPr>
          <p:nvPr>
            <p:ph type="sldNum" sz="quarter" idx="12"/>
          </p:nvPr>
        </p:nvSpPr>
        <p:spPr>
          <a:ln/>
        </p:spPr>
        <p:txBody>
          <a:bodyPr/>
          <a:lstStyle>
            <a:lvl1pPr>
              <a:defRPr/>
            </a:lvl1pPr>
          </a:lstStyle>
          <a:p>
            <a:fld id="{F7722A45-B458-6647-9947-19F6F23743FE}" type="slidenum">
              <a:rPr lang="en-US" altLang="en-US"/>
              <a:pPr/>
              <a:t>‹#›</a:t>
            </a:fld>
            <a:endParaRPr lang="en-US" altLang="en-US"/>
          </a:p>
        </p:txBody>
      </p:sp>
    </p:spTree>
    <p:extLst>
      <p:ext uri="{BB962C8B-B14F-4D97-AF65-F5344CB8AC3E}">
        <p14:creationId xmlns:p14="http://schemas.microsoft.com/office/powerpoint/2010/main" val="4965936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1895F0F9-6078-7D4E-391B-1990ECBAB7F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5AA3A70-D824-57CE-ABC1-C172C79DDEA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CF618F12-84F9-794A-B495-0BB0BD8FFEC2}"/>
              </a:ext>
            </a:extLst>
          </p:cNvPr>
          <p:cNvSpPr>
            <a:spLocks noGrp="1" noChangeArrowheads="1"/>
          </p:cNvSpPr>
          <p:nvPr>
            <p:ph type="sldNum" sz="quarter" idx="12"/>
          </p:nvPr>
        </p:nvSpPr>
        <p:spPr>
          <a:ln/>
        </p:spPr>
        <p:txBody>
          <a:bodyPr/>
          <a:lstStyle>
            <a:lvl1pPr>
              <a:defRPr/>
            </a:lvl1pPr>
          </a:lstStyle>
          <a:p>
            <a:fld id="{CBA2B0B4-9E73-A64D-90D3-DFADD906D4CA}" type="slidenum">
              <a:rPr lang="en-US" altLang="en-US"/>
              <a:pPr/>
              <a:t>‹#›</a:t>
            </a:fld>
            <a:endParaRPr lang="en-US" altLang="en-US"/>
          </a:p>
        </p:txBody>
      </p:sp>
    </p:spTree>
    <p:extLst>
      <p:ext uri="{BB962C8B-B14F-4D97-AF65-F5344CB8AC3E}">
        <p14:creationId xmlns:p14="http://schemas.microsoft.com/office/powerpoint/2010/main" val="332058759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A92761C-326B-4392-BEA7-7FAD7F7F2A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6530F4A-E053-0CFF-B230-BE1CCF7A77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0E24D49B-A957-A51B-C087-BB73C03C8615}"/>
              </a:ext>
            </a:extLst>
          </p:cNvPr>
          <p:cNvSpPr>
            <a:spLocks noGrp="1" noChangeArrowheads="1"/>
          </p:cNvSpPr>
          <p:nvPr>
            <p:ph type="sldNum" sz="quarter" idx="12"/>
          </p:nvPr>
        </p:nvSpPr>
        <p:spPr>
          <a:ln/>
        </p:spPr>
        <p:txBody>
          <a:bodyPr/>
          <a:lstStyle>
            <a:lvl1pPr>
              <a:defRPr/>
            </a:lvl1pPr>
          </a:lstStyle>
          <a:p>
            <a:fld id="{0797F7DB-6FA1-8E49-9296-1F877AEB8F73}" type="slidenum">
              <a:rPr lang="en-US" altLang="en-US"/>
              <a:pPr/>
              <a:t>‹#›</a:t>
            </a:fld>
            <a:endParaRPr lang="en-US" altLang="en-US"/>
          </a:p>
        </p:txBody>
      </p:sp>
    </p:spTree>
    <p:extLst>
      <p:ext uri="{BB962C8B-B14F-4D97-AF65-F5344CB8AC3E}">
        <p14:creationId xmlns:p14="http://schemas.microsoft.com/office/powerpoint/2010/main" val="24229631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9870423-BB62-3A40-E00C-AC15FBD2DF0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47DA665-9D3F-3EE8-80E9-7B96E5C7D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76942FA2-DFC6-9574-EDBD-AD206F53DA5B}"/>
              </a:ext>
            </a:extLst>
          </p:cNvPr>
          <p:cNvSpPr>
            <a:spLocks noGrp="1" noChangeArrowheads="1"/>
          </p:cNvSpPr>
          <p:nvPr>
            <p:ph type="sldNum" sz="quarter" idx="12"/>
          </p:nvPr>
        </p:nvSpPr>
        <p:spPr>
          <a:ln/>
        </p:spPr>
        <p:txBody>
          <a:bodyPr/>
          <a:lstStyle>
            <a:lvl1pPr>
              <a:defRPr/>
            </a:lvl1pPr>
          </a:lstStyle>
          <a:p>
            <a:fld id="{4EEAC3FF-4568-C848-964A-9665141D7F2F}" type="slidenum">
              <a:rPr lang="en-US" altLang="en-US"/>
              <a:pPr/>
              <a:t>‹#›</a:t>
            </a:fld>
            <a:endParaRPr lang="en-US" altLang="en-US"/>
          </a:p>
        </p:txBody>
      </p:sp>
    </p:spTree>
    <p:extLst>
      <p:ext uri="{BB962C8B-B14F-4D97-AF65-F5344CB8AC3E}">
        <p14:creationId xmlns:p14="http://schemas.microsoft.com/office/powerpoint/2010/main" val="5177466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ACCAD9E-4257-F8FF-33D5-EF714522941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954E2FB-46A5-759F-1C87-B8F2E723C4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64A455F-6BA8-1EEC-4C53-B2A1FF85A19D}"/>
              </a:ext>
            </a:extLst>
          </p:cNvPr>
          <p:cNvSpPr>
            <a:spLocks noGrp="1" noChangeArrowheads="1"/>
          </p:cNvSpPr>
          <p:nvPr>
            <p:ph type="sldNum" sz="quarter" idx="12"/>
          </p:nvPr>
        </p:nvSpPr>
        <p:spPr>
          <a:ln/>
        </p:spPr>
        <p:txBody>
          <a:bodyPr/>
          <a:lstStyle>
            <a:lvl1pPr>
              <a:defRPr/>
            </a:lvl1pPr>
          </a:lstStyle>
          <a:p>
            <a:fld id="{8A205784-56F2-084A-8791-077891F81ACB}" type="slidenum">
              <a:rPr lang="en-US" altLang="en-US"/>
              <a:pPr/>
              <a:t>‹#›</a:t>
            </a:fld>
            <a:endParaRPr lang="en-US" altLang="en-US"/>
          </a:p>
        </p:txBody>
      </p:sp>
    </p:spTree>
    <p:extLst>
      <p:ext uri="{BB962C8B-B14F-4D97-AF65-F5344CB8AC3E}">
        <p14:creationId xmlns:p14="http://schemas.microsoft.com/office/powerpoint/2010/main" val="2177794858"/>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C0B57C-7B47-AD8B-EBCE-CBC08C3707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F85E50B-651E-D912-B3C0-B3FDDACBE1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7E89310-1A0B-A1A9-41F6-14B8EE203D88}"/>
              </a:ext>
            </a:extLst>
          </p:cNvPr>
          <p:cNvSpPr>
            <a:spLocks noGrp="1" noChangeArrowheads="1"/>
          </p:cNvSpPr>
          <p:nvPr>
            <p:ph type="sldNum" sz="quarter" idx="12"/>
          </p:nvPr>
        </p:nvSpPr>
        <p:spPr>
          <a:ln/>
        </p:spPr>
        <p:txBody>
          <a:bodyPr/>
          <a:lstStyle>
            <a:lvl1pPr>
              <a:defRPr/>
            </a:lvl1pPr>
          </a:lstStyle>
          <a:p>
            <a:fld id="{3C6BE22D-DC90-B346-ADA4-155B458BD9A6}" type="slidenum">
              <a:rPr lang="en-US" altLang="en-US"/>
              <a:pPr/>
              <a:t>‹#›</a:t>
            </a:fld>
            <a:endParaRPr lang="en-US" altLang="en-US"/>
          </a:p>
        </p:txBody>
      </p:sp>
    </p:spTree>
    <p:extLst>
      <p:ext uri="{BB962C8B-B14F-4D97-AF65-F5344CB8AC3E}">
        <p14:creationId xmlns:p14="http://schemas.microsoft.com/office/powerpoint/2010/main" val="1997664989"/>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1BB96AF-99A0-A12E-A8AD-7B1D374DB3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596F5B-EBE4-FF09-2367-63DB8474F7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5A3E21-9573-27C7-E50B-D2CC23B248E6}"/>
              </a:ext>
            </a:extLst>
          </p:cNvPr>
          <p:cNvSpPr>
            <a:spLocks noGrp="1" noChangeArrowheads="1"/>
          </p:cNvSpPr>
          <p:nvPr>
            <p:ph type="sldNum" sz="quarter" idx="12"/>
          </p:nvPr>
        </p:nvSpPr>
        <p:spPr>
          <a:ln/>
        </p:spPr>
        <p:txBody>
          <a:bodyPr/>
          <a:lstStyle>
            <a:lvl1pPr>
              <a:defRPr/>
            </a:lvl1pPr>
          </a:lstStyle>
          <a:p>
            <a:fld id="{CAC76008-CD17-7244-A1D8-B4A11C73043F}" type="slidenum">
              <a:rPr lang="en-US" altLang="en-US"/>
              <a:pPr/>
              <a:t>‹#›</a:t>
            </a:fld>
            <a:endParaRPr lang="en-US" altLang="en-US"/>
          </a:p>
        </p:txBody>
      </p:sp>
    </p:spTree>
    <p:extLst>
      <p:ext uri="{BB962C8B-B14F-4D97-AF65-F5344CB8AC3E}">
        <p14:creationId xmlns:p14="http://schemas.microsoft.com/office/powerpoint/2010/main" val="476999868"/>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33722B2-FCDD-0299-268B-EC8080D6B1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5AE2CB5-C371-1D2A-F583-7796EA213A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59AFC97-2497-188A-B30D-8DFD7474485A}"/>
              </a:ext>
            </a:extLst>
          </p:cNvPr>
          <p:cNvSpPr>
            <a:spLocks noGrp="1" noChangeArrowheads="1"/>
          </p:cNvSpPr>
          <p:nvPr>
            <p:ph type="sldNum" sz="quarter" idx="12"/>
          </p:nvPr>
        </p:nvSpPr>
        <p:spPr>
          <a:ln/>
        </p:spPr>
        <p:txBody>
          <a:bodyPr/>
          <a:lstStyle>
            <a:lvl1pPr>
              <a:defRPr/>
            </a:lvl1pPr>
          </a:lstStyle>
          <a:p>
            <a:fld id="{6B7D111D-5E02-FE4A-9E47-DE11206FA070}" type="slidenum">
              <a:rPr lang="en-US" altLang="en-US"/>
              <a:pPr/>
              <a:t>‹#›</a:t>
            </a:fld>
            <a:endParaRPr lang="en-US" altLang="en-US"/>
          </a:p>
        </p:txBody>
      </p:sp>
    </p:spTree>
    <p:extLst>
      <p:ext uri="{BB962C8B-B14F-4D97-AF65-F5344CB8AC3E}">
        <p14:creationId xmlns:p14="http://schemas.microsoft.com/office/powerpoint/2010/main" val="2861324659"/>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92E370F-5165-2B00-A971-9021EB1C180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B4370B5-9F7A-562F-205F-DE0FC20378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E9D8902-8896-841C-7A3E-04E64A7C8F04}"/>
              </a:ext>
            </a:extLst>
          </p:cNvPr>
          <p:cNvSpPr>
            <a:spLocks noGrp="1" noChangeArrowheads="1"/>
          </p:cNvSpPr>
          <p:nvPr>
            <p:ph type="sldNum" sz="quarter" idx="12"/>
          </p:nvPr>
        </p:nvSpPr>
        <p:spPr>
          <a:ln/>
        </p:spPr>
        <p:txBody>
          <a:bodyPr/>
          <a:lstStyle>
            <a:lvl1pPr>
              <a:defRPr/>
            </a:lvl1pPr>
          </a:lstStyle>
          <a:p>
            <a:fld id="{08F9241D-1C78-214B-A349-E8C6992D83F3}" type="slidenum">
              <a:rPr lang="en-US" altLang="en-US"/>
              <a:pPr/>
              <a:t>‹#›</a:t>
            </a:fld>
            <a:endParaRPr lang="en-US" altLang="en-US"/>
          </a:p>
        </p:txBody>
      </p:sp>
    </p:spTree>
    <p:extLst>
      <p:ext uri="{BB962C8B-B14F-4D97-AF65-F5344CB8AC3E}">
        <p14:creationId xmlns:p14="http://schemas.microsoft.com/office/powerpoint/2010/main" val="1096920215"/>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0B84E75-2869-E6FD-27EE-12339182078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FF1BF94-2EBF-8401-A302-E963CD6A89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33147C7-8AEB-5A29-38BB-D1DFF6B12059}"/>
              </a:ext>
            </a:extLst>
          </p:cNvPr>
          <p:cNvSpPr>
            <a:spLocks noGrp="1" noChangeArrowheads="1"/>
          </p:cNvSpPr>
          <p:nvPr>
            <p:ph type="sldNum" sz="quarter" idx="12"/>
          </p:nvPr>
        </p:nvSpPr>
        <p:spPr>
          <a:ln/>
        </p:spPr>
        <p:txBody>
          <a:bodyPr/>
          <a:lstStyle>
            <a:lvl1pPr>
              <a:defRPr/>
            </a:lvl1pPr>
          </a:lstStyle>
          <a:p>
            <a:fld id="{0A38E2E9-C558-B147-B3D0-FACFE85E21B3}" type="slidenum">
              <a:rPr lang="en-US" altLang="en-US"/>
              <a:pPr/>
              <a:t>‹#›</a:t>
            </a:fld>
            <a:endParaRPr lang="en-US" altLang="en-US"/>
          </a:p>
        </p:txBody>
      </p:sp>
    </p:spTree>
    <p:extLst>
      <p:ext uri="{BB962C8B-B14F-4D97-AF65-F5344CB8AC3E}">
        <p14:creationId xmlns:p14="http://schemas.microsoft.com/office/powerpoint/2010/main" val="2669669735"/>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AA82134-F9C8-1C4F-BA78-801FC5A207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313B441-5338-C996-4B7A-31A689818D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78320BE6-6E60-8366-E79A-F75D6B33580E}"/>
              </a:ext>
            </a:extLst>
          </p:cNvPr>
          <p:cNvSpPr>
            <a:spLocks noGrp="1" noChangeArrowheads="1"/>
          </p:cNvSpPr>
          <p:nvPr>
            <p:ph type="sldNum" sz="quarter" idx="12"/>
          </p:nvPr>
        </p:nvSpPr>
        <p:spPr>
          <a:ln/>
        </p:spPr>
        <p:txBody>
          <a:bodyPr/>
          <a:lstStyle>
            <a:lvl1pPr>
              <a:defRPr/>
            </a:lvl1pPr>
          </a:lstStyle>
          <a:p>
            <a:fld id="{EAE26F9C-4CEF-A241-8C7D-CD73FF0E8479}" type="slidenum">
              <a:rPr lang="en-US" altLang="en-US"/>
              <a:pPr/>
              <a:t>‹#›</a:t>
            </a:fld>
            <a:endParaRPr lang="en-US" altLang="en-US"/>
          </a:p>
        </p:txBody>
      </p:sp>
    </p:spTree>
    <p:extLst>
      <p:ext uri="{BB962C8B-B14F-4D97-AF65-F5344CB8AC3E}">
        <p14:creationId xmlns:p14="http://schemas.microsoft.com/office/powerpoint/2010/main" val="3781038001"/>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81E4A6B-A106-98B2-82FE-7AB1F855B20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98F66A-6199-120F-BB8F-60ABF8B6F4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A84660F-5600-6C21-9D98-712779E1100C}"/>
              </a:ext>
            </a:extLst>
          </p:cNvPr>
          <p:cNvSpPr>
            <a:spLocks noGrp="1" noChangeArrowheads="1"/>
          </p:cNvSpPr>
          <p:nvPr>
            <p:ph type="sldNum" sz="quarter" idx="12"/>
          </p:nvPr>
        </p:nvSpPr>
        <p:spPr>
          <a:ln/>
        </p:spPr>
        <p:txBody>
          <a:bodyPr/>
          <a:lstStyle>
            <a:lvl1pPr>
              <a:defRPr/>
            </a:lvl1pPr>
          </a:lstStyle>
          <a:p>
            <a:fld id="{447AFF0C-8AAB-FF45-9915-0B8DC4EE235A}" type="slidenum">
              <a:rPr lang="en-US" altLang="en-US"/>
              <a:pPr/>
              <a:t>‹#›</a:t>
            </a:fld>
            <a:endParaRPr lang="en-US" altLang="en-US"/>
          </a:p>
        </p:txBody>
      </p:sp>
    </p:spTree>
    <p:extLst>
      <p:ext uri="{BB962C8B-B14F-4D97-AF65-F5344CB8AC3E}">
        <p14:creationId xmlns:p14="http://schemas.microsoft.com/office/powerpoint/2010/main" val="142651249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0ACD8D2-27BC-5FD9-2258-D8D9492AE4A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3EEAC97-CF9C-90EE-8B6A-1ADA4F1954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2F363D3-B0EB-1EBE-751C-63CA1578101F}"/>
              </a:ext>
            </a:extLst>
          </p:cNvPr>
          <p:cNvSpPr>
            <a:spLocks noGrp="1" noChangeArrowheads="1"/>
          </p:cNvSpPr>
          <p:nvPr>
            <p:ph type="sldNum" sz="quarter" idx="12"/>
          </p:nvPr>
        </p:nvSpPr>
        <p:spPr>
          <a:ln/>
        </p:spPr>
        <p:txBody>
          <a:bodyPr/>
          <a:lstStyle>
            <a:lvl1pPr>
              <a:defRPr/>
            </a:lvl1pPr>
          </a:lstStyle>
          <a:p>
            <a:fld id="{2F69D56B-967E-7045-B0E8-8B91F85A4F20}" type="slidenum">
              <a:rPr lang="en-US" altLang="en-US"/>
              <a:pPr/>
              <a:t>‹#›</a:t>
            </a:fld>
            <a:endParaRPr lang="en-US" altLang="en-US"/>
          </a:p>
        </p:txBody>
      </p:sp>
    </p:spTree>
    <p:extLst>
      <p:ext uri="{BB962C8B-B14F-4D97-AF65-F5344CB8AC3E}">
        <p14:creationId xmlns:p14="http://schemas.microsoft.com/office/powerpoint/2010/main" val="251026252"/>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D692D8F-0EB9-605D-431B-EEC3755017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62B8955-D759-BF3D-D6E2-C9C7BB74CB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5EE4AE-250C-7216-412B-929E50E13481}"/>
              </a:ext>
            </a:extLst>
          </p:cNvPr>
          <p:cNvSpPr>
            <a:spLocks noGrp="1" noChangeArrowheads="1"/>
          </p:cNvSpPr>
          <p:nvPr>
            <p:ph type="sldNum" sz="quarter" idx="12"/>
          </p:nvPr>
        </p:nvSpPr>
        <p:spPr>
          <a:ln/>
        </p:spPr>
        <p:txBody>
          <a:bodyPr/>
          <a:lstStyle>
            <a:lvl1pPr>
              <a:defRPr/>
            </a:lvl1pPr>
          </a:lstStyle>
          <a:p>
            <a:fld id="{47FDC45E-9892-114A-A6AC-B8FB0BD28EF7}" type="slidenum">
              <a:rPr lang="en-US" altLang="en-US"/>
              <a:pPr/>
              <a:t>‹#›</a:t>
            </a:fld>
            <a:endParaRPr lang="en-US" altLang="en-US"/>
          </a:p>
        </p:txBody>
      </p:sp>
    </p:spTree>
    <p:extLst>
      <p:ext uri="{BB962C8B-B14F-4D97-AF65-F5344CB8AC3E}">
        <p14:creationId xmlns:p14="http://schemas.microsoft.com/office/powerpoint/2010/main" val="119988316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DC4CAD6-7771-1A57-0F81-96F7DD9D392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6812DFD-D864-9F76-FAE2-309AFB66BCD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0D25EDE-9AE2-7195-6484-DC1639DFD57E}"/>
              </a:ext>
            </a:extLst>
          </p:cNvPr>
          <p:cNvSpPr>
            <a:spLocks noGrp="1" noChangeArrowheads="1"/>
          </p:cNvSpPr>
          <p:nvPr>
            <p:ph type="sldNum" sz="quarter" idx="12"/>
          </p:nvPr>
        </p:nvSpPr>
        <p:spPr>
          <a:ln/>
        </p:spPr>
        <p:txBody>
          <a:bodyPr/>
          <a:lstStyle>
            <a:lvl1pPr>
              <a:defRPr/>
            </a:lvl1pPr>
          </a:lstStyle>
          <a:p>
            <a:fld id="{7267732B-C557-FD43-A499-B949472AECC3}" type="slidenum">
              <a:rPr lang="en-US" altLang="en-US"/>
              <a:pPr/>
              <a:t>‹#›</a:t>
            </a:fld>
            <a:endParaRPr lang="en-US" altLang="en-US"/>
          </a:p>
        </p:txBody>
      </p:sp>
    </p:spTree>
    <p:extLst>
      <p:ext uri="{BB962C8B-B14F-4D97-AF65-F5344CB8AC3E}">
        <p14:creationId xmlns:p14="http://schemas.microsoft.com/office/powerpoint/2010/main" val="16966427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3E80743-58AD-049F-0D6D-1A4745960BA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a:extLst>
              <a:ext uri="{FF2B5EF4-FFF2-40B4-BE49-F238E27FC236}">
                <a16:creationId xmlns:a16="http://schemas.microsoft.com/office/drawing/2014/main" id="{ED9AC85F-DC7B-C5BD-5281-A5B865B54AB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D2E4D28B-E2D9-985C-F57E-119BC2A18D91}"/>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1114B91F-66BD-8FB1-B4A6-B8F5FB5BC61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a:extLst>
              <a:ext uri="{FF2B5EF4-FFF2-40B4-BE49-F238E27FC236}">
                <a16:creationId xmlns:a16="http://schemas.microsoft.com/office/drawing/2014/main" id="{AAA92A82-C00B-2B4F-3E49-818885A1CDD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6156435-C18A-F34C-A31F-C2791D70417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F900DCAE-9A32-5679-9CE1-F50C9E0DDC05}"/>
              </a:ext>
            </a:extLst>
          </p:cNvPr>
          <p:cNvGrpSpPr>
            <a:grpSpLocks/>
          </p:cNvGrpSpPr>
          <p:nvPr/>
        </p:nvGrpSpPr>
        <p:grpSpPr bwMode="auto">
          <a:xfrm>
            <a:off x="6303963" y="0"/>
            <a:ext cx="2840037" cy="3254375"/>
            <a:chOff x="3115" y="0"/>
            <a:chExt cx="2170" cy="2486"/>
          </a:xfrm>
        </p:grpSpPr>
        <p:grpSp>
          <p:nvGrpSpPr>
            <p:cNvPr id="3080" name="Group 3">
              <a:extLst>
                <a:ext uri="{FF2B5EF4-FFF2-40B4-BE49-F238E27FC236}">
                  <a16:creationId xmlns:a16="http://schemas.microsoft.com/office/drawing/2014/main" id="{F153DBCE-B11B-21B2-58A9-918E49BDFF3B}"/>
                </a:ext>
              </a:extLst>
            </p:cNvPr>
            <p:cNvGrpSpPr>
              <a:grpSpLocks/>
            </p:cNvGrpSpPr>
            <p:nvPr/>
          </p:nvGrpSpPr>
          <p:grpSpPr bwMode="auto">
            <a:xfrm>
              <a:off x="4080" y="1910"/>
              <a:ext cx="768" cy="576"/>
              <a:chOff x="0" y="0"/>
              <a:chExt cx="768" cy="576"/>
            </a:xfrm>
          </p:grpSpPr>
          <p:sp>
            <p:nvSpPr>
              <p:cNvPr id="38916" name="Oval 4">
                <a:extLst>
                  <a:ext uri="{FF2B5EF4-FFF2-40B4-BE49-F238E27FC236}">
                    <a16:creationId xmlns:a16="http://schemas.microsoft.com/office/drawing/2014/main" id="{BED0A428-1B89-8B64-33C9-E371B8575F88}"/>
                  </a:ext>
                </a:extLst>
              </p:cNvPr>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a:extLst>
                  <a:ext uri="{FF2B5EF4-FFF2-40B4-BE49-F238E27FC236}">
                    <a16:creationId xmlns:a16="http://schemas.microsoft.com/office/drawing/2014/main" id="{AD379514-00F8-E127-045B-8FBF189A17F1}"/>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a:extLst>
                <a:ext uri="{FF2B5EF4-FFF2-40B4-BE49-F238E27FC236}">
                  <a16:creationId xmlns:a16="http://schemas.microsoft.com/office/drawing/2014/main" id="{881906AE-7559-D456-B316-62896161BAC0}"/>
                </a:ext>
              </a:extLst>
            </p:cNvPr>
            <p:cNvGrpSpPr>
              <a:grpSpLocks/>
            </p:cNvGrpSpPr>
            <p:nvPr/>
          </p:nvGrpSpPr>
          <p:grpSpPr bwMode="auto">
            <a:xfrm>
              <a:off x="4257" y="1103"/>
              <a:ext cx="768" cy="576"/>
              <a:chOff x="0" y="0"/>
              <a:chExt cx="768" cy="576"/>
            </a:xfrm>
          </p:grpSpPr>
          <p:sp>
            <p:nvSpPr>
              <p:cNvPr id="38919" name="Oval 7">
                <a:extLst>
                  <a:ext uri="{FF2B5EF4-FFF2-40B4-BE49-F238E27FC236}">
                    <a16:creationId xmlns:a16="http://schemas.microsoft.com/office/drawing/2014/main" id="{3A508D14-B88E-06D7-DB16-E9753AAE06CE}"/>
                  </a:ext>
                </a:extLst>
              </p:cNvPr>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a:extLst>
                  <a:ext uri="{FF2B5EF4-FFF2-40B4-BE49-F238E27FC236}">
                    <a16:creationId xmlns:a16="http://schemas.microsoft.com/office/drawing/2014/main" id="{A8B7E2D0-9D7A-15A5-2F82-3B1589C223A7}"/>
                  </a:ext>
                </a:extLst>
              </p:cNvPr>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a:extLst>
                <a:ext uri="{FF2B5EF4-FFF2-40B4-BE49-F238E27FC236}">
                  <a16:creationId xmlns:a16="http://schemas.microsoft.com/office/drawing/2014/main" id="{F6F3954D-33EB-269F-1C56-FE4486C249D9}"/>
                </a:ext>
              </a:extLst>
            </p:cNvPr>
            <p:cNvGrpSpPr>
              <a:grpSpLocks/>
            </p:cNvGrpSpPr>
            <p:nvPr/>
          </p:nvGrpSpPr>
          <p:grpSpPr bwMode="auto">
            <a:xfrm>
              <a:off x="3134" y="0"/>
              <a:ext cx="768" cy="576"/>
              <a:chOff x="0" y="0"/>
              <a:chExt cx="768" cy="576"/>
            </a:xfrm>
          </p:grpSpPr>
          <p:sp>
            <p:nvSpPr>
              <p:cNvPr id="38922" name="Oval 10">
                <a:extLst>
                  <a:ext uri="{FF2B5EF4-FFF2-40B4-BE49-F238E27FC236}">
                    <a16:creationId xmlns:a16="http://schemas.microsoft.com/office/drawing/2014/main" id="{01A4C736-CD93-EBB2-FDF8-7E159672F06A}"/>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a:extLst>
                  <a:ext uri="{FF2B5EF4-FFF2-40B4-BE49-F238E27FC236}">
                    <a16:creationId xmlns:a16="http://schemas.microsoft.com/office/drawing/2014/main" id="{8E156653-E327-3F41-DDCB-4EEA295AC033}"/>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a:extLst>
                <a:ext uri="{FF2B5EF4-FFF2-40B4-BE49-F238E27FC236}">
                  <a16:creationId xmlns:a16="http://schemas.microsoft.com/office/drawing/2014/main" id="{73994FD6-8E6F-1208-D36F-653CD3A4DE35}"/>
                </a:ext>
              </a:extLst>
            </p:cNvPr>
            <p:cNvGrpSpPr>
              <a:grpSpLocks/>
            </p:cNvGrpSpPr>
            <p:nvPr/>
          </p:nvGrpSpPr>
          <p:grpSpPr bwMode="auto">
            <a:xfrm>
              <a:off x="3115" y="0"/>
              <a:ext cx="2170" cy="1702"/>
              <a:chOff x="3115" y="0"/>
              <a:chExt cx="2170" cy="1702"/>
            </a:xfrm>
          </p:grpSpPr>
          <p:grpSp>
            <p:nvGrpSpPr>
              <p:cNvPr id="3084" name="Group 13">
                <a:extLst>
                  <a:ext uri="{FF2B5EF4-FFF2-40B4-BE49-F238E27FC236}">
                    <a16:creationId xmlns:a16="http://schemas.microsoft.com/office/drawing/2014/main" id="{23C6705C-91AE-0FDD-5464-5F0466C0D236}"/>
                  </a:ext>
                </a:extLst>
              </p:cNvPr>
              <p:cNvGrpSpPr>
                <a:grpSpLocks/>
              </p:cNvGrpSpPr>
              <p:nvPr/>
            </p:nvGrpSpPr>
            <p:grpSpPr bwMode="auto">
              <a:xfrm>
                <a:off x="3640" y="308"/>
                <a:ext cx="1145" cy="844"/>
                <a:chOff x="1265" y="814"/>
                <a:chExt cx="2919" cy="2151"/>
              </a:xfrm>
            </p:grpSpPr>
            <p:sp>
              <p:nvSpPr>
                <p:cNvPr id="38926" name="Oval 14">
                  <a:extLst>
                    <a:ext uri="{FF2B5EF4-FFF2-40B4-BE49-F238E27FC236}">
                      <a16:creationId xmlns:a16="http://schemas.microsoft.com/office/drawing/2014/main" id="{B0917968-0F48-6BBB-461D-AC151E4417CF}"/>
                    </a:ext>
                  </a:extLst>
                </p:cNvPr>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a:extLst>
                    <a:ext uri="{FF2B5EF4-FFF2-40B4-BE49-F238E27FC236}">
                      <a16:creationId xmlns:a16="http://schemas.microsoft.com/office/drawing/2014/main" id="{276A28F5-627D-40E9-7218-6121C5DCAB0F}"/>
                    </a:ext>
                  </a:extLst>
                </p:cNvPr>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a:extLst>
                  <a:ext uri="{FF2B5EF4-FFF2-40B4-BE49-F238E27FC236}">
                    <a16:creationId xmlns:a16="http://schemas.microsoft.com/office/drawing/2014/main" id="{6A129664-BBA5-54A4-071D-E0414DC4B8F7}"/>
                  </a:ext>
                </a:extLst>
              </p:cNvPr>
              <p:cNvGrpSpPr>
                <a:grpSpLocks/>
              </p:cNvGrpSpPr>
              <p:nvPr/>
            </p:nvGrpSpPr>
            <p:grpSpPr bwMode="auto">
              <a:xfrm>
                <a:off x="3115" y="0"/>
                <a:ext cx="2145" cy="1702"/>
                <a:chOff x="3115" y="0"/>
                <a:chExt cx="2145" cy="1702"/>
              </a:xfrm>
            </p:grpSpPr>
            <p:grpSp>
              <p:nvGrpSpPr>
                <p:cNvPr id="3108" name="Group 17">
                  <a:extLst>
                    <a:ext uri="{FF2B5EF4-FFF2-40B4-BE49-F238E27FC236}">
                      <a16:creationId xmlns:a16="http://schemas.microsoft.com/office/drawing/2014/main" id="{9CEB9985-1059-AB34-EE7C-95B611968BE8}"/>
                    </a:ext>
                  </a:extLst>
                </p:cNvPr>
                <p:cNvGrpSpPr>
                  <a:grpSpLocks/>
                </p:cNvGrpSpPr>
                <p:nvPr/>
              </p:nvGrpSpPr>
              <p:grpSpPr bwMode="auto">
                <a:xfrm>
                  <a:off x="4505" y="589"/>
                  <a:ext cx="493" cy="912"/>
                  <a:chOff x="3471" y="1530"/>
                  <a:chExt cx="1258" cy="2327"/>
                </a:xfrm>
              </p:grpSpPr>
              <p:sp>
                <p:nvSpPr>
                  <p:cNvPr id="38930" name="Freeform 18">
                    <a:extLst>
                      <a:ext uri="{FF2B5EF4-FFF2-40B4-BE49-F238E27FC236}">
                        <a16:creationId xmlns:a16="http://schemas.microsoft.com/office/drawing/2014/main" id="{6D98DE23-DD61-87EB-9473-CF4CFA184F1E}"/>
                      </a:ext>
                    </a:extLst>
                  </p:cNvPr>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a:extLst>
                      <a:ext uri="{FF2B5EF4-FFF2-40B4-BE49-F238E27FC236}">
                        <a16:creationId xmlns:a16="http://schemas.microsoft.com/office/drawing/2014/main" id="{C3581688-9AEC-32C2-8D14-0D9555B7E2E9}"/>
                      </a:ext>
                    </a:extLst>
                  </p:cNvPr>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a:extLst>
                    <a:ext uri="{FF2B5EF4-FFF2-40B4-BE49-F238E27FC236}">
                      <a16:creationId xmlns:a16="http://schemas.microsoft.com/office/drawing/2014/main" id="{45883F8B-D4B2-5E79-115A-810438166B70}"/>
                    </a:ext>
                  </a:extLst>
                </p:cNvPr>
                <p:cNvGrpSpPr>
                  <a:grpSpLocks/>
                </p:cNvGrpSpPr>
                <p:nvPr/>
              </p:nvGrpSpPr>
              <p:grpSpPr bwMode="auto">
                <a:xfrm>
                  <a:off x="4267" y="781"/>
                  <a:ext cx="966" cy="522"/>
                  <a:chOff x="2864" y="2019"/>
                  <a:chExt cx="2463" cy="1332"/>
                </a:xfrm>
              </p:grpSpPr>
              <p:sp>
                <p:nvSpPr>
                  <p:cNvPr id="38933" name="Freeform 21">
                    <a:extLst>
                      <a:ext uri="{FF2B5EF4-FFF2-40B4-BE49-F238E27FC236}">
                        <a16:creationId xmlns:a16="http://schemas.microsoft.com/office/drawing/2014/main" id="{A86F65AC-D8C4-F662-D517-D0E3C78A77F5}"/>
                      </a:ext>
                    </a:extLst>
                  </p:cNvPr>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a:extLst>
                      <a:ext uri="{FF2B5EF4-FFF2-40B4-BE49-F238E27FC236}">
                        <a16:creationId xmlns:a16="http://schemas.microsoft.com/office/drawing/2014/main" id="{205934FA-C95F-1CEA-D729-BFA8DBC1DBF2}"/>
                      </a:ext>
                    </a:extLst>
                  </p:cNvPr>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a:extLst>
                    <a:ext uri="{FF2B5EF4-FFF2-40B4-BE49-F238E27FC236}">
                      <a16:creationId xmlns:a16="http://schemas.microsoft.com/office/drawing/2014/main" id="{2E1B034F-FD77-CB9D-3E02-E37D5E93B62B}"/>
                    </a:ext>
                  </a:extLst>
                </p:cNvPr>
                <p:cNvGrpSpPr>
                  <a:grpSpLocks/>
                </p:cNvGrpSpPr>
                <p:nvPr/>
              </p:nvGrpSpPr>
              <p:grpSpPr bwMode="auto">
                <a:xfrm>
                  <a:off x="4280" y="707"/>
                  <a:ext cx="971" cy="417"/>
                  <a:chOff x="2897" y="1832"/>
                  <a:chExt cx="2477" cy="1064"/>
                </a:xfrm>
              </p:grpSpPr>
              <p:sp>
                <p:nvSpPr>
                  <p:cNvPr id="38936" name="Freeform 24">
                    <a:extLst>
                      <a:ext uri="{FF2B5EF4-FFF2-40B4-BE49-F238E27FC236}">
                        <a16:creationId xmlns:a16="http://schemas.microsoft.com/office/drawing/2014/main" id="{49185BEF-61E8-7845-370F-07C35F113514}"/>
                      </a:ext>
                    </a:extLst>
                  </p:cNvPr>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a:extLst>
                      <a:ext uri="{FF2B5EF4-FFF2-40B4-BE49-F238E27FC236}">
                        <a16:creationId xmlns:a16="http://schemas.microsoft.com/office/drawing/2014/main" id="{CD6A2B01-87AB-4319-7E88-5223FCFA780F}"/>
                      </a:ext>
                    </a:extLst>
                  </p:cNvPr>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a:extLst>
                    <a:ext uri="{FF2B5EF4-FFF2-40B4-BE49-F238E27FC236}">
                      <a16:creationId xmlns:a16="http://schemas.microsoft.com/office/drawing/2014/main" id="{8CEDEAEF-474E-86DF-C4CF-EE63A239EF70}"/>
                    </a:ext>
                  </a:extLst>
                </p:cNvPr>
                <p:cNvGrpSpPr>
                  <a:grpSpLocks/>
                </p:cNvGrpSpPr>
                <p:nvPr/>
              </p:nvGrpSpPr>
              <p:grpSpPr bwMode="auto">
                <a:xfrm>
                  <a:off x="4291" y="630"/>
                  <a:ext cx="969" cy="364"/>
                  <a:chOff x="2924" y="1636"/>
                  <a:chExt cx="2472" cy="927"/>
                </a:xfrm>
              </p:grpSpPr>
              <p:sp>
                <p:nvSpPr>
                  <p:cNvPr id="38939" name="Freeform 27">
                    <a:extLst>
                      <a:ext uri="{FF2B5EF4-FFF2-40B4-BE49-F238E27FC236}">
                        <a16:creationId xmlns:a16="http://schemas.microsoft.com/office/drawing/2014/main" id="{8D556937-94CD-E14F-950D-6A1A369CCF99}"/>
                      </a:ext>
                    </a:extLst>
                  </p:cNvPr>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a:extLst>
                      <a:ext uri="{FF2B5EF4-FFF2-40B4-BE49-F238E27FC236}">
                        <a16:creationId xmlns:a16="http://schemas.microsoft.com/office/drawing/2014/main" id="{87A8EE8D-D1AE-7A5D-8616-48F616B92E4D}"/>
                      </a:ext>
                    </a:extLst>
                  </p:cNvPr>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a:extLst>
                    <a:ext uri="{FF2B5EF4-FFF2-40B4-BE49-F238E27FC236}">
                      <a16:creationId xmlns:a16="http://schemas.microsoft.com/office/drawing/2014/main" id="{D9EED9EC-C5B2-FFC2-DC55-F702FC9B82F9}"/>
                    </a:ext>
                  </a:extLst>
                </p:cNvPr>
                <p:cNvGrpSpPr>
                  <a:grpSpLocks/>
                </p:cNvGrpSpPr>
                <p:nvPr/>
              </p:nvGrpSpPr>
              <p:grpSpPr bwMode="auto">
                <a:xfrm>
                  <a:off x="4304" y="543"/>
                  <a:ext cx="918" cy="258"/>
                  <a:chOff x="2958" y="1414"/>
                  <a:chExt cx="2342" cy="657"/>
                </a:xfrm>
              </p:grpSpPr>
              <p:sp>
                <p:nvSpPr>
                  <p:cNvPr id="38942" name="Freeform 30">
                    <a:extLst>
                      <a:ext uri="{FF2B5EF4-FFF2-40B4-BE49-F238E27FC236}">
                        <a16:creationId xmlns:a16="http://schemas.microsoft.com/office/drawing/2014/main" id="{29DB2872-96E4-91C3-E5C1-C804B1AD6314}"/>
                      </a:ext>
                    </a:extLst>
                  </p:cNvPr>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a:extLst>
                      <a:ext uri="{FF2B5EF4-FFF2-40B4-BE49-F238E27FC236}">
                        <a16:creationId xmlns:a16="http://schemas.microsoft.com/office/drawing/2014/main" id="{68ED08A9-A619-94A2-DC60-3DF70EF60B17}"/>
                      </a:ext>
                    </a:extLst>
                  </p:cNvPr>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a:extLst>
                    <a:ext uri="{FF2B5EF4-FFF2-40B4-BE49-F238E27FC236}">
                      <a16:creationId xmlns:a16="http://schemas.microsoft.com/office/drawing/2014/main" id="{CDC3E3F4-B8B1-7F2F-3673-3B4A604AA22E}"/>
                    </a:ext>
                  </a:extLst>
                </p:cNvPr>
                <p:cNvGrpSpPr>
                  <a:grpSpLocks/>
                </p:cNvGrpSpPr>
                <p:nvPr/>
              </p:nvGrpSpPr>
              <p:grpSpPr bwMode="auto">
                <a:xfrm>
                  <a:off x="4314" y="487"/>
                  <a:ext cx="843" cy="134"/>
                  <a:chOff x="2983" y="1269"/>
                  <a:chExt cx="2150" cy="343"/>
                </a:xfrm>
              </p:grpSpPr>
              <p:sp>
                <p:nvSpPr>
                  <p:cNvPr id="38945" name="Freeform 33">
                    <a:extLst>
                      <a:ext uri="{FF2B5EF4-FFF2-40B4-BE49-F238E27FC236}">
                        <a16:creationId xmlns:a16="http://schemas.microsoft.com/office/drawing/2014/main" id="{FAD2810F-2DA3-FCAF-B4D6-40BCB0A8CF0A}"/>
                      </a:ext>
                    </a:extLst>
                  </p:cNvPr>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a:extLst>
                      <a:ext uri="{FF2B5EF4-FFF2-40B4-BE49-F238E27FC236}">
                        <a16:creationId xmlns:a16="http://schemas.microsoft.com/office/drawing/2014/main" id="{A6335225-3A44-A1C1-7013-5D449938948E}"/>
                      </a:ext>
                    </a:extLst>
                  </p:cNvPr>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a:extLst>
                    <a:ext uri="{FF2B5EF4-FFF2-40B4-BE49-F238E27FC236}">
                      <a16:creationId xmlns:a16="http://schemas.microsoft.com/office/drawing/2014/main" id="{A804DE0E-EDC1-EAD8-FA6C-365149D6ACBF}"/>
                    </a:ext>
                  </a:extLst>
                </p:cNvPr>
                <p:cNvGrpSpPr>
                  <a:grpSpLocks/>
                </p:cNvGrpSpPr>
                <p:nvPr/>
              </p:nvGrpSpPr>
              <p:grpSpPr bwMode="auto">
                <a:xfrm>
                  <a:off x="4296" y="349"/>
                  <a:ext cx="737" cy="167"/>
                  <a:chOff x="2938" y="917"/>
                  <a:chExt cx="1879" cy="427"/>
                </a:xfrm>
              </p:grpSpPr>
              <p:sp>
                <p:nvSpPr>
                  <p:cNvPr id="38948" name="Freeform 36">
                    <a:extLst>
                      <a:ext uri="{FF2B5EF4-FFF2-40B4-BE49-F238E27FC236}">
                        <a16:creationId xmlns:a16="http://schemas.microsoft.com/office/drawing/2014/main" id="{3F015148-F41D-F62B-70D1-10EC9A96E529}"/>
                      </a:ext>
                    </a:extLst>
                  </p:cNvPr>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a:extLst>
                      <a:ext uri="{FF2B5EF4-FFF2-40B4-BE49-F238E27FC236}">
                        <a16:creationId xmlns:a16="http://schemas.microsoft.com/office/drawing/2014/main" id="{3DCF7E8E-550A-4B33-F912-F4C7F3F0B6F8}"/>
                      </a:ext>
                    </a:extLst>
                  </p:cNvPr>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a:extLst>
                    <a:ext uri="{FF2B5EF4-FFF2-40B4-BE49-F238E27FC236}">
                      <a16:creationId xmlns:a16="http://schemas.microsoft.com/office/drawing/2014/main" id="{199A4BED-1A49-E596-63DA-F42AE1D25207}"/>
                    </a:ext>
                  </a:extLst>
                </p:cNvPr>
                <p:cNvGrpSpPr>
                  <a:grpSpLocks/>
                </p:cNvGrpSpPr>
                <p:nvPr/>
              </p:nvGrpSpPr>
              <p:grpSpPr bwMode="auto">
                <a:xfrm>
                  <a:off x="3394" y="637"/>
                  <a:ext cx="493" cy="912"/>
                  <a:chOff x="637" y="1653"/>
                  <a:chExt cx="1257" cy="2326"/>
                </a:xfrm>
              </p:grpSpPr>
              <p:sp>
                <p:nvSpPr>
                  <p:cNvPr id="38951" name="Freeform 39">
                    <a:extLst>
                      <a:ext uri="{FF2B5EF4-FFF2-40B4-BE49-F238E27FC236}">
                        <a16:creationId xmlns:a16="http://schemas.microsoft.com/office/drawing/2014/main" id="{7F511231-8680-D9FF-B8FF-4EBC422E3DC1}"/>
                      </a:ext>
                    </a:extLst>
                  </p:cNvPr>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a:extLst>
                      <a:ext uri="{FF2B5EF4-FFF2-40B4-BE49-F238E27FC236}">
                        <a16:creationId xmlns:a16="http://schemas.microsoft.com/office/drawing/2014/main" id="{58D5E4F1-C8BE-D498-BA52-EFD2C123FE4E}"/>
                      </a:ext>
                    </a:extLst>
                  </p:cNvPr>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a:extLst>
                    <a:ext uri="{FF2B5EF4-FFF2-40B4-BE49-F238E27FC236}">
                      <a16:creationId xmlns:a16="http://schemas.microsoft.com/office/drawing/2014/main" id="{38CC34D3-2779-A786-5D0A-76AFA6BCDE5D}"/>
                    </a:ext>
                  </a:extLst>
                </p:cNvPr>
                <p:cNvGrpSpPr>
                  <a:grpSpLocks/>
                </p:cNvGrpSpPr>
                <p:nvPr/>
              </p:nvGrpSpPr>
              <p:grpSpPr bwMode="auto">
                <a:xfrm>
                  <a:off x="3142" y="850"/>
                  <a:ext cx="966" cy="522"/>
                  <a:chOff x="-5" y="2196"/>
                  <a:chExt cx="2463" cy="1332"/>
                </a:xfrm>
              </p:grpSpPr>
              <p:sp>
                <p:nvSpPr>
                  <p:cNvPr id="38954" name="Freeform 42">
                    <a:extLst>
                      <a:ext uri="{FF2B5EF4-FFF2-40B4-BE49-F238E27FC236}">
                        <a16:creationId xmlns:a16="http://schemas.microsoft.com/office/drawing/2014/main" id="{32CBA35A-C1DC-4EA5-049E-007B3F6FBE03}"/>
                      </a:ext>
                    </a:extLst>
                  </p:cNvPr>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a:extLst>
                      <a:ext uri="{FF2B5EF4-FFF2-40B4-BE49-F238E27FC236}">
                        <a16:creationId xmlns:a16="http://schemas.microsoft.com/office/drawing/2014/main" id="{89F5C795-6DF4-E46D-DF6A-A11C8461B736}"/>
                      </a:ext>
                    </a:extLst>
                  </p:cNvPr>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a:extLst>
                    <a:ext uri="{FF2B5EF4-FFF2-40B4-BE49-F238E27FC236}">
                      <a16:creationId xmlns:a16="http://schemas.microsoft.com/office/drawing/2014/main" id="{6CC87F9D-FE97-AA1F-E6E7-6E6137C85FFB}"/>
                    </a:ext>
                  </a:extLst>
                </p:cNvPr>
                <p:cNvGrpSpPr>
                  <a:grpSpLocks/>
                </p:cNvGrpSpPr>
                <p:nvPr/>
              </p:nvGrpSpPr>
              <p:grpSpPr bwMode="auto">
                <a:xfrm>
                  <a:off x="3124" y="777"/>
                  <a:ext cx="971" cy="417"/>
                  <a:chOff x="-52" y="2009"/>
                  <a:chExt cx="2477" cy="1064"/>
                </a:xfrm>
              </p:grpSpPr>
              <p:sp>
                <p:nvSpPr>
                  <p:cNvPr id="38957" name="Freeform 45">
                    <a:extLst>
                      <a:ext uri="{FF2B5EF4-FFF2-40B4-BE49-F238E27FC236}">
                        <a16:creationId xmlns:a16="http://schemas.microsoft.com/office/drawing/2014/main" id="{2D33502E-151E-C0DE-DB43-49789191F801}"/>
                      </a:ext>
                    </a:extLst>
                  </p:cNvPr>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a:extLst>
                      <a:ext uri="{FF2B5EF4-FFF2-40B4-BE49-F238E27FC236}">
                        <a16:creationId xmlns:a16="http://schemas.microsoft.com/office/drawing/2014/main" id="{F355A765-0313-CD48-923A-3671E4C34331}"/>
                      </a:ext>
                    </a:extLst>
                  </p:cNvPr>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a:extLst>
                    <a:ext uri="{FF2B5EF4-FFF2-40B4-BE49-F238E27FC236}">
                      <a16:creationId xmlns:a16="http://schemas.microsoft.com/office/drawing/2014/main" id="{48B71FF7-B49D-2008-E715-19C4881DA900}"/>
                    </a:ext>
                  </a:extLst>
                </p:cNvPr>
                <p:cNvGrpSpPr>
                  <a:grpSpLocks/>
                </p:cNvGrpSpPr>
                <p:nvPr/>
              </p:nvGrpSpPr>
              <p:grpSpPr bwMode="auto">
                <a:xfrm>
                  <a:off x="3115" y="700"/>
                  <a:ext cx="969" cy="363"/>
                  <a:chOff x="-74" y="1813"/>
                  <a:chExt cx="2472" cy="927"/>
                </a:xfrm>
              </p:grpSpPr>
              <p:sp>
                <p:nvSpPr>
                  <p:cNvPr id="38960" name="Freeform 48">
                    <a:extLst>
                      <a:ext uri="{FF2B5EF4-FFF2-40B4-BE49-F238E27FC236}">
                        <a16:creationId xmlns:a16="http://schemas.microsoft.com/office/drawing/2014/main" id="{AD936EE9-3850-DA94-E503-DCFD1DE2883A}"/>
                      </a:ext>
                    </a:extLst>
                  </p:cNvPr>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a:extLst>
                      <a:ext uri="{FF2B5EF4-FFF2-40B4-BE49-F238E27FC236}">
                        <a16:creationId xmlns:a16="http://schemas.microsoft.com/office/drawing/2014/main" id="{9378012A-A43B-599E-6FB7-51DC7274DB76}"/>
                      </a:ext>
                    </a:extLst>
                  </p:cNvPr>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a:extLst>
                    <a:ext uri="{FF2B5EF4-FFF2-40B4-BE49-F238E27FC236}">
                      <a16:creationId xmlns:a16="http://schemas.microsoft.com/office/drawing/2014/main" id="{2154E61F-2D24-51B0-0CBE-EC40E9443A95}"/>
                    </a:ext>
                  </a:extLst>
                </p:cNvPr>
                <p:cNvGrpSpPr>
                  <a:grpSpLocks/>
                </p:cNvGrpSpPr>
                <p:nvPr/>
              </p:nvGrpSpPr>
              <p:grpSpPr bwMode="auto">
                <a:xfrm>
                  <a:off x="3153" y="613"/>
                  <a:ext cx="918" cy="257"/>
                  <a:chOff x="22" y="1591"/>
                  <a:chExt cx="2342" cy="657"/>
                </a:xfrm>
              </p:grpSpPr>
              <p:sp>
                <p:nvSpPr>
                  <p:cNvPr id="38963" name="Freeform 51">
                    <a:extLst>
                      <a:ext uri="{FF2B5EF4-FFF2-40B4-BE49-F238E27FC236}">
                        <a16:creationId xmlns:a16="http://schemas.microsoft.com/office/drawing/2014/main" id="{EE34458D-0E15-66BA-B1DA-A91EBF443783}"/>
                      </a:ext>
                    </a:extLst>
                  </p:cNvPr>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a:extLst>
                      <a:ext uri="{FF2B5EF4-FFF2-40B4-BE49-F238E27FC236}">
                        <a16:creationId xmlns:a16="http://schemas.microsoft.com/office/drawing/2014/main" id="{D0DB3417-80EB-0501-324C-3818CD380A0B}"/>
                      </a:ext>
                    </a:extLst>
                  </p:cNvPr>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a:extLst>
                    <a:ext uri="{FF2B5EF4-FFF2-40B4-BE49-F238E27FC236}">
                      <a16:creationId xmlns:a16="http://schemas.microsoft.com/office/drawing/2014/main" id="{A8309B23-989B-CD1F-7DD0-0FC24BD89C2E}"/>
                    </a:ext>
                  </a:extLst>
                </p:cNvPr>
                <p:cNvGrpSpPr>
                  <a:grpSpLocks/>
                </p:cNvGrpSpPr>
                <p:nvPr/>
              </p:nvGrpSpPr>
              <p:grpSpPr bwMode="auto">
                <a:xfrm>
                  <a:off x="3218" y="556"/>
                  <a:ext cx="843" cy="134"/>
                  <a:chOff x="189" y="1446"/>
                  <a:chExt cx="2150" cy="343"/>
                </a:xfrm>
              </p:grpSpPr>
              <p:sp>
                <p:nvSpPr>
                  <p:cNvPr id="38966" name="Freeform 54">
                    <a:extLst>
                      <a:ext uri="{FF2B5EF4-FFF2-40B4-BE49-F238E27FC236}">
                        <a16:creationId xmlns:a16="http://schemas.microsoft.com/office/drawing/2014/main" id="{56863DAC-B3F7-AD0F-D9D1-5ED807131012}"/>
                      </a:ext>
                    </a:extLst>
                  </p:cNvPr>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a:extLst>
                      <a:ext uri="{FF2B5EF4-FFF2-40B4-BE49-F238E27FC236}">
                        <a16:creationId xmlns:a16="http://schemas.microsoft.com/office/drawing/2014/main" id="{02EB3F96-CDED-0E27-CC8D-A605848E1682}"/>
                      </a:ext>
                    </a:extLst>
                  </p:cNvPr>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a:extLst>
                    <a:ext uri="{FF2B5EF4-FFF2-40B4-BE49-F238E27FC236}">
                      <a16:creationId xmlns:a16="http://schemas.microsoft.com/office/drawing/2014/main" id="{E8A05F62-59BB-A211-1615-BA87D996FBCD}"/>
                    </a:ext>
                  </a:extLst>
                </p:cNvPr>
                <p:cNvGrpSpPr>
                  <a:grpSpLocks/>
                </p:cNvGrpSpPr>
                <p:nvPr/>
              </p:nvGrpSpPr>
              <p:grpSpPr bwMode="auto">
                <a:xfrm>
                  <a:off x="3342" y="418"/>
                  <a:ext cx="737" cy="167"/>
                  <a:chOff x="505" y="1094"/>
                  <a:chExt cx="1879" cy="427"/>
                </a:xfrm>
              </p:grpSpPr>
              <p:sp>
                <p:nvSpPr>
                  <p:cNvPr id="38969" name="Freeform 57">
                    <a:extLst>
                      <a:ext uri="{FF2B5EF4-FFF2-40B4-BE49-F238E27FC236}">
                        <a16:creationId xmlns:a16="http://schemas.microsoft.com/office/drawing/2014/main" id="{CD961626-ED2E-199D-F392-5D92AF879BE2}"/>
                      </a:ext>
                    </a:extLst>
                  </p:cNvPr>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a:extLst>
                      <a:ext uri="{FF2B5EF4-FFF2-40B4-BE49-F238E27FC236}">
                        <a16:creationId xmlns:a16="http://schemas.microsoft.com/office/drawing/2014/main" id="{56281496-E0B4-65D4-285A-AA92E9ED29EC}"/>
                      </a:ext>
                    </a:extLst>
                  </p:cNvPr>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a:extLst>
                    <a:ext uri="{FF2B5EF4-FFF2-40B4-BE49-F238E27FC236}">
                      <a16:creationId xmlns:a16="http://schemas.microsoft.com/office/drawing/2014/main" id="{32F52893-4766-C7A0-2025-9C655226758F}"/>
                    </a:ext>
                  </a:extLst>
                </p:cNvPr>
                <p:cNvGrpSpPr>
                  <a:grpSpLocks/>
                </p:cNvGrpSpPr>
                <p:nvPr/>
              </p:nvGrpSpPr>
              <p:grpSpPr bwMode="auto">
                <a:xfrm>
                  <a:off x="3386" y="341"/>
                  <a:ext cx="725" cy="218"/>
                  <a:chOff x="616" y="899"/>
                  <a:chExt cx="1850" cy="554"/>
                </a:xfrm>
              </p:grpSpPr>
              <p:sp>
                <p:nvSpPr>
                  <p:cNvPr id="38972" name="Freeform 60">
                    <a:extLst>
                      <a:ext uri="{FF2B5EF4-FFF2-40B4-BE49-F238E27FC236}">
                        <a16:creationId xmlns:a16="http://schemas.microsoft.com/office/drawing/2014/main" id="{271B1456-1B7B-7E62-03A3-2625D4632C75}"/>
                      </a:ext>
                    </a:extLst>
                  </p:cNvPr>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a:extLst>
                      <a:ext uri="{FF2B5EF4-FFF2-40B4-BE49-F238E27FC236}">
                        <a16:creationId xmlns:a16="http://schemas.microsoft.com/office/drawing/2014/main" id="{D8748704-AF7E-A317-E0FD-3AEDAF4CDD37}"/>
                      </a:ext>
                    </a:extLst>
                  </p:cNvPr>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a:extLst>
                    <a:ext uri="{FF2B5EF4-FFF2-40B4-BE49-F238E27FC236}">
                      <a16:creationId xmlns:a16="http://schemas.microsoft.com/office/drawing/2014/main" id="{E93D508F-E438-DF96-781C-2EE3F70A0BEE}"/>
                    </a:ext>
                  </a:extLst>
                </p:cNvPr>
                <p:cNvGrpSpPr>
                  <a:grpSpLocks/>
                </p:cNvGrpSpPr>
                <p:nvPr/>
              </p:nvGrpSpPr>
              <p:grpSpPr bwMode="auto">
                <a:xfrm>
                  <a:off x="3472" y="231"/>
                  <a:ext cx="693" cy="291"/>
                  <a:chOff x="3472" y="231"/>
                  <a:chExt cx="693" cy="291"/>
                </a:xfrm>
              </p:grpSpPr>
              <p:sp>
                <p:nvSpPr>
                  <p:cNvPr id="38975" name="Freeform 63">
                    <a:extLst>
                      <a:ext uri="{FF2B5EF4-FFF2-40B4-BE49-F238E27FC236}">
                        <a16:creationId xmlns:a16="http://schemas.microsoft.com/office/drawing/2014/main" id="{8AC6447F-69DB-0C00-6BF5-1087D1C01364}"/>
                      </a:ext>
                    </a:extLst>
                  </p:cNvPr>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a:extLst>
                      <a:ext uri="{FF2B5EF4-FFF2-40B4-BE49-F238E27FC236}">
                        <a16:creationId xmlns:a16="http://schemas.microsoft.com/office/drawing/2014/main" id="{FAD83E8B-4987-3960-F0EF-78CBF68BD1F8}"/>
                      </a:ext>
                    </a:extLst>
                  </p:cNvPr>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a:extLst>
                    <a:ext uri="{FF2B5EF4-FFF2-40B4-BE49-F238E27FC236}">
                      <a16:creationId xmlns:a16="http://schemas.microsoft.com/office/drawing/2014/main" id="{7DD43558-BAE6-A2B1-8A91-97F6C5655661}"/>
                    </a:ext>
                  </a:extLst>
                </p:cNvPr>
                <p:cNvGrpSpPr>
                  <a:grpSpLocks/>
                </p:cNvGrpSpPr>
                <p:nvPr/>
              </p:nvGrpSpPr>
              <p:grpSpPr bwMode="auto">
                <a:xfrm>
                  <a:off x="3554" y="118"/>
                  <a:ext cx="664" cy="349"/>
                  <a:chOff x="3554" y="118"/>
                  <a:chExt cx="664" cy="349"/>
                </a:xfrm>
              </p:grpSpPr>
              <p:sp>
                <p:nvSpPr>
                  <p:cNvPr id="38978" name="Freeform 66">
                    <a:extLst>
                      <a:ext uri="{FF2B5EF4-FFF2-40B4-BE49-F238E27FC236}">
                        <a16:creationId xmlns:a16="http://schemas.microsoft.com/office/drawing/2014/main" id="{F4268114-F963-5CD5-472B-23B2615B8ABC}"/>
                      </a:ext>
                    </a:extLst>
                  </p:cNvPr>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a:extLst>
                      <a:ext uri="{FF2B5EF4-FFF2-40B4-BE49-F238E27FC236}">
                        <a16:creationId xmlns:a16="http://schemas.microsoft.com/office/drawing/2014/main" id="{FD913168-6D59-F7A1-08AB-49E1C36B6A9A}"/>
                      </a:ext>
                    </a:extLst>
                  </p:cNvPr>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a:extLst>
                    <a:ext uri="{FF2B5EF4-FFF2-40B4-BE49-F238E27FC236}">
                      <a16:creationId xmlns:a16="http://schemas.microsoft.com/office/drawing/2014/main" id="{6976F287-E1A2-E625-B84B-1902170208E5}"/>
                    </a:ext>
                  </a:extLst>
                </p:cNvPr>
                <p:cNvGrpSpPr>
                  <a:grpSpLocks/>
                </p:cNvGrpSpPr>
                <p:nvPr/>
              </p:nvGrpSpPr>
              <p:grpSpPr bwMode="auto">
                <a:xfrm>
                  <a:off x="3784" y="30"/>
                  <a:ext cx="305" cy="593"/>
                  <a:chOff x="1633" y="104"/>
                  <a:chExt cx="778" cy="1512"/>
                </a:xfrm>
              </p:grpSpPr>
              <p:sp>
                <p:nvSpPr>
                  <p:cNvPr id="38981" name="Freeform 69">
                    <a:extLst>
                      <a:ext uri="{FF2B5EF4-FFF2-40B4-BE49-F238E27FC236}">
                        <a16:creationId xmlns:a16="http://schemas.microsoft.com/office/drawing/2014/main" id="{A00FED71-9CCB-C86F-12D7-D6E864C8F2E3}"/>
                      </a:ext>
                    </a:extLst>
                  </p:cNvPr>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a:extLst>
                      <a:ext uri="{FF2B5EF4-FFF2-40B4-BE49-F238E27FC236}">
                        <a16:creationId xmlns:a16="http://schemas.microsoft.com/office/drawing/2014/main" id="{7D66C410-0041-0703-0E8E-67E6EF5DBAA8}"/>
                      </a:ext>
                    </a:extLst>
                  </p:cNvPr>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a:extLst>
                    <a:ext uri="{FF2B5EF4-FFF2-40B4-BE49-F238E27FC236}">
                      <a16:creationId xmlns:a16="http://schemas.microsoft.com/office/drawing/2014/main" id="{7E776DE0-A2E6-B49C-5F10-130E3176FBAD}"/>
                    </a:ext>
                  </a:extLst>
                </p:cNvPr>
                <p:cNvGrpSpPr>
                  <a:grpSpLocks/>
                </p:cNvGrpSpPr>
                <p:nvPr/>
              </p:nvGrpSpPr>
              <p:grpSpPr bwMode="auto">
                <a:xfrm>
                  <a:off x="3903" y="0"/>
                  <a:ext cx="248" cy="601"/>
                  <a:chOff x="1935" y="28"/>
                  <a:chExt cx="634" cy="1534"/>
                </a:xfrm>
              </p:grpSpPr>
              <p:sp>
                <p:nvSpPr>
                  <p:cNvPr id="38984" name="Freeform 72">
                    <a:extLst>
                      <a:ext uri="{FF2B5EF4-FFF2-40B4-BE49-F238E27FC236}">
                        <a16:creationId xmlns:a16="http://schemas.microsoft.com/office/drawing/2014/main" id="{79847A54-3A3A-7803-14AF-0ABCFEDED4A0}"/>
                      </a:ext>
                    </a:extLst>
                  </p:cNvPr>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a:extLst>
                      <a:ext uri="{FF2B5EF4-FFF2-40B4-BE49-F238E27FC236}">
                        <a16:creationId xmlns:a16="http://schemas.microsoft.com/office/drawing/2014/main" id="{8009383A-CCE3-6D93-4CB5-25EFC85780AA}"/>
                      </a:ext>
                    </a:extLst>
                  </p:cNvPr>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a:extLst>
                    <a:ext uri="{FF2B5EF4-FFF2-40B4-BE49-F238E27FC236}">
                      <a16:creationId xmlns:a16="http://schemas.microsoft.com/office/drawing/2014/main" id="{DB802832-785E-38CB-7A31-5C7DC793875F}"/>
                    </a:ext>
                  </a:extLst>
                </p:cNvPr>
                <p:cNvGrpSpPr>
                  <a:grpSpLocks/>
                </p:cNvGrpSpPr>
                <p:nvPr/>
              </p:nvGrpSpPr>
              <p:grpSpPr bwMode="auto">
                <a:xfrm>
                  <a:off x="4251" y="252"/>
                  <a:ext cx="723" cy="222"/>
                  <a:chOff x="2822" y="672"/>
                  <a:chExt cx="1845" cy="566"/>
                </a:xfrm>
              </p:grpSpPr>
              <p:sp>
                <p:nvSpPr>
                  <p:cNvPr id="38987" name="Freeform 75">
                    <a:extLst>
                      <a:ext uri="{FF2B5EF4-FFF2-40B4-BE49-F238E27FC236}">
                        <a16:creationId xmlns:a16="http://schemas.microsoft.com/office/drawing/2014/main" id="{58A976A8-1001-2488-9FFF-1A9FAC48CBD7}"/>
                      </a:ext>
                    </a:extLst>
                  </p:cNvPr>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a:extLst>
                      <a:ext uri="{FF2B5EF4-FFF2-40B4-BE49-F238E27FC236}">
                        <a16:creationId xmlns:a16="http://schemas.microsoft.com/office/drawing/2014/main" id="{7DCF2816-1299-86DF-F008-8D35C8638AF9}"/>
                      </a:ext>
                    </a:extLst>
                  </p:cNvPr>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a:extLst>
                    <a:ext uri="{FF2B5EF4-FFF2-40B4-BE49-F238E27FC236}">
                      <a16:creationId xmlns:a16="http://schemas.microsoft.com/office/drawing/2014/main" id="{AB8CA479-A2FF-0F34-36CC-9F9FBF692158}"/>
                    </a:ext>
                  </a:extLst>
                </p:cNvPr>
                <p:cNvGrpSpPr>
                  <a:grpSpLocks/>
                </p:cNvGrpSpPr>
                <p:nvPr/>
              </p:nvGrpSpPr>
              <p:grpSpPr bwMode="auto">
                <a:xfrm>
                  <a:off x="4196" y="163"/>
                  <a:ext cx="699" cy="282"/>
                  <a:chOff x="2683" y="445"/>
                  <a:chExt cx="1781" cy="717"/>
                </a:xfrm>
              </p:grpSpPr>
              <p:sp>
                <p:nvSpPr>
                  <p:cNvPr id="38990" name="Freeform 78">
                    <a:extLst>
                      <a:ext uri="{FF2B5EF4-FFF2-40B4-BE49-F238E27FC236}">
                        <a16:creationId xmlns:a16="http://schemas.microsoft.com/office/drawing/2014/main" id="{39F90982-DF1D-ABE1-E5B9-95F251E97BF0}"/>
                      </a:ext>
                    </a:extLst>
                  </p:cNvPr>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a:extLst>
                      <a:ext uri="{FF2B5EF4-FFF2-40B4-BE49-F238E27FC236}">
                        <a16:creationId xmlns:a16="http://schemas.microsoft.com/office/drawing/2014/main" id="{94B150AC-9750-62E5-8705-6095D404F294}"/>
                      </a:ext>
                    </a:extLst>
                  </p:cNvPr>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a:extLst>
                    <a:ext uri="{FF2B5EF4-FFF2-40B4-BE49-F238E27FC236}">
                      <a16:creationId xmlns:a16="http://schemas.microsoft.com/office/drawing/2014/main" id="{53DFEC45-32CB-0333-9F57-1851CB670DA8}"/>
                    </a:ext>
                  </a:extLst>
                </p:cNvPr>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a:extLst>
                    <a:ext uri="{FF2B5EF4-FFF2-40B4-BE49-F238E27FC236}">
                      <a16:creationId xmlns:a16="http://schemas.microsoft.com/office/drawing/2014/main" id="{C37E5252-627D-8DDF-3A7A-DD4E6995FE3A}"/>
                    </a:ext>
                  </a:extLst>
                </p:cNvPr>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a:extLst>
                    <a:ext uri="{FF2B5EF4-FFF2-40B4-BE49-F238E27FC236}">
                      <a16:creationId xmlns:a16="http://schemas.microsoft.com/office/drawing/2014/main" id="{F4A30726-FE2B-9232-6185-06EA651EB274}"/>
                    </a:ext>
                  </a:extLst>
                </p:cNvPr>
                <p:cNvGrpSpPr>
                  <a:grpSpLocks/>
                </p:cNvGrpSpPr>
                <p:nvPr/>
              </p:nvGrpSpPr>
              <p:grpSpPr bwMode="auto">
                <a:xfrm>
                  <a:off x="4242" y="5"/>
                  <a:ext cx="251" cy="596"/>
                  <a:chOff x="2800" y="41"/>
                  <a:chExt cx="640" cy="1520"/>
                </a:xfrm>
              </p:grpSpPr>
              <p:sp>
                <p:nvSpPr>
                  <p:cNvPr id="38995" name="Freeform 83">
                    <a:extLst>
                      <a:ext uri="{FF2B5EF4-FFF2-40B4-BE49-F238E27FC236}">
                        <a16:creationId xmlns:a16="http://schemas.microsoft.com/office/drawing/2014/main" id="{3F1E78B4-68B7-FCDF-6DAA-8E1234F8453D}"/>
                      </a:ext>
                    </a:extLst>
                  </p:cNvPr>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a:extLst>
                      <a:ext uri="{FF2B5EF4-FFF2-40B4-BE49-F238E27FC236}">
                        <a16:creationId xmlns:a16="http://schemas.microsoft.com/office/drawing/2014/main" id="{7C6149FE-54ED-9FFE-154C-2B84459D5CF2}"/>
                      </a:ext>
                    </a:extLst>
                  </p:cNvPr>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a:extLst>
                    <a:ext uri="{FF2B5EF4-FFF2-40B4-BE49-F238E27FC236}">
                      <a16:creationId xmlns:a16="http://schemas.microsoft.com/office/drawing/2014/main" id="{5A837B24-3980-AABF-D216-591314241BBD}"/>
                    </a:ext>
                  </a:extLst>
                </p:cNvPr>
                <p:cNvGrpSpPr>
                  <a:grpSpLocks/>
                </p:cNvGrpSpPr>
                <p:nvPr/>
              </p:nvGrpSpPr>
              <p:grpSpPr bwMode="auto">
                <a:xfrm>
                  <a:off x="4295" y="53"/>
                  <a:ext cx="398" cy="574"/>
                  <a:chOff x="2934" y="163"/>
                  <a:chExt cx="1017" cy="1464"/>
                </a:xfrm>
              </p:grpSpPr>
              <p:sp>
                <p:nvSpPr>
                  <p:cNvPr id="38998" name="Freeform 86">
                    <a:extLst>
                      <a:ext uri="{FF2B5EF4-FFF2-40B4-BE49-F238E27FC236}">
                        <a16:creationId xmlns:a16="http://schemas.microsoft.com/office/drawing/2014/main" id="{55F92108-45F7-06CD-C764-6B98294BA7B0}"/>
                      </a:ext>
                    </a:extLst>
                  </p:cNvPr>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a:extLst>
                      <a:ext uri="{FF2B5EF4-FFF2-40B4-BE49-F238E27FC236}">
                        <a16:creationId xmlns:a16="http://schemas.microsoft.com/office/drawing/2014/main" id="{40F4F015-167B-F582-A81D-C2B4C3E36D6B}"/>
                      </a:ext>
                    </a:extLst>
                  </p:cNvPr>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a:extLst>
                    <a:ext uri="{FF2B5EF4-FFF2-40B4-BE49-F238E27FC236}">
                      <a16:creationId xmlns:a16="http://schemas.microsoft.com/office/drawing/2014/main" id="{59EE75F6-DF43-DAD8-6130-B470BE898C98}"/>
                    </a:ext>
                  </a:extLst>
                </p:cNvPr>
                <p:cNvGrpSpPr>
                  <a:grpSpLocks/>
                </p:cNvGrpSpPr>
                <p:nvPr/>
              </p:nvGrpSpPr>
              <p:grpSpPr bwMode="auto">
                <a:xfrm>
                  <a:off x="4215" y="2"/>
                  <a:ext cx="95" cy="567"/>
                  <a:chOff x="2730" y="32"/>
                  <a:chExt cx="243" cy="1448"/>
                </a:xfrm>
              </p:grpSpPr>
              <p:sp>
                <p:nvSpPr>
                  <p:cNvPr id="39001" name="Freeform 89">
                    <a:extLst>
                      <a:ext uri="{FF2B5EF4-FFF2-40B4-BE49-F238E27FC236}">
                        <a16:creationId xmlns:a16="http://schemas.microsoft.com/office/drawing/2014/main" id="{46EA59D1-FD81-D2E9-0EF4-17F22BC531BD}"/>
                      </a:ext>
                    </a:extLst>
                  </p:cNvPr>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a:extLst>
                      <a:ext uri="{FF2B5EF4-FFF2-40B4-BE49-F238E27FC236}">
                        <a16:creationId xmlns:a16="http://schemas.microsoft.com/office/drawing/2014/main" id="{2849B401-16E2-598A-2250-4D1DD3ECFC4C}"/>
                      </a:ext>
                    </a:extLst>
                  </p:cNvPr>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a:extLst>
                    <a:ext uri="{FF2B5EF4-FFF2-40B4-BE49-F238E27FC236}">
                      <a16:creationId xmlns:a16="http://schemas.microsoft.com/office/drawing/2014/main" id="{31598080-0372-F93B-1FFF-63E96904A7B6}"/>
                    </a:ext>
                  </a:extLst>
                </p:cNvPr>
                <p:cNvGrpSpPr>
                  <a:grpSpLocks/>
                </p:cNvGrpSpPr>
                <p:nvPr/>
              </p:nvGrpSpPr>
              <p:grpSpPr bwMode="auto">
                <a:xfrm>
                  <a:off x="3514" y="683"/>
                  <a:ext cx="425" cy="960"/>
                  <a:chOff x="943" y="1769"/>
                  <a:chExt cx="1085" cy="2450"/>
                </a:xfrm>
              </p:grpSpPr>
              <p:sp>
                <p:nvSpPr>
                  <p:cNvPr id="39004" name="Freeform 92">
                    <a:extLst>
                      <a:ext uri="{FF2B5EF4-FFF2-40B4-BE49-F238E27FC236}">
                        <a16:creationId xmlns:a16="http://schemas.microsoft.com/office/drawing/2014/main" id="{08152E5B-EDA3-2A79-4219-E5A6D71272D0}"/>
                      </a:ext>
                    </a:extLst>
                  </p:cNvPr>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a:extLst>
                      <a:ext uri="{FF2B5EF4-FFF2-40B4-BE49-F238E27FC236}">
                        <a16:creationId xmlns:a16="http://schemas.microsoft.com/office/drawing/2014/main" id="{FB53FC75-E160-1526-D4FA-4B7C248E3AFA}"/>
                      </a:ext>
                    </a:extLst>
                  </p:cNvPr>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a:extLst>
                    <a:ext uri="{FF2B5EF4-FFF2-40B4-BE49-F238E27FC236}">
                      <a16:creationId xmlns:a16="http://schemas.microsoft.com/office/drawing/2014/main" id="{C6D221D2-C870-7CE9-47DA-F19BA905F808}"/>
                    </a:ext>
                  </a:extLst>
                </p:cNvPr>
                <p:cNvGrpSpPr>
                  <a:grpSpLocks/>
                </p:cNvGrpSpPr>
                <p:nvPr/>
              </p:nvGrpSpPr>
              <p:grpSpPr bwMode="auto">
                <a:xfrm>
                  <a:off x="3715" y="748"/>
                  <a:ext cx="300" cy="930"/>
                  <a:chOff x="1455" y="1936"/>
                  <a:chExt cx="766" cy="2373"/>
                </a:xfrm>
              </p:grpSpPr>
              <p:sp>
                <p:nvSpPr>
                  <p:cNvPr id="39007" name="Freeform 95">
                    <a:extLst>
                      <a:ext uri="{FF2B5EF4-FFF2-40B4-BE49-F238E27FC236}">
                        <a16:creationId xmlns:a16="http://schemas.microsoft.com/office/drawing/2014/main" id="{8379EC40-C29E-7D52-24BF-D19FC3D22535}"/>
                      </a:ext>
                    </a:extLst>
                  </p:cNvPr>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a:extLst>
                      <a:ext uri="{FF2B5EF4-FFF2-40B4-BE49-F238E27FC236}">
                        <a16:creationId xmlns:a16="http://schemas.microsoft.com/office/drawing/2014/main" id="{A2263176-BCE0-F320-14B2-DBCF96C7CF13}"/>
                      </a:ext>
                    </a:extLst>
                  </p:cNvPr>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a:extLst>
                    <a:ext uri="{FF2B5EF4-FFF2-40B4-BE49-F238E27FC236}">
                      <a16:creationId xmlns:a16="http://schemas.microsoft.com/office/drawing/2014/main" id="{7C695B71-ECC8-60CA-18C3-C0E38C3A4B8C}"/>
                    </a:ext>
                  </a:extLst>
                </p:cNvPr>
                <p:cNvGrpSpPr>
                  <a:grpSpLocks/>
                </p:cNvGrpSpPr>
                <p:nvPr/>
              </p:nvGrpSpPr>
              <p:grpSpPr bwMode="auto">
                <a:xfrm rot="88588">
                  <a:off x="3923" y="769"/>
                  <a:ext cx="180" cy="913"/>
                  <a:chOff x="1956" y="1990"/>
                  <a:chExt cx="492" cy="2604"/>
                </a:xfrm>
              </p:grpSpPr>
              <p:sp>
                <p:nvSpPr>
                  <p:cNvPr id="39010" name="Freeform 98">
                    <a:extLst>
                      <a:ext uri="{FF2B5EF4-FFF2-40B4-BE49-F238E27FC236}">
                        <a16:creationId xmlns:a16="http://schemas.microsoft.com/office/drawing/2014/main" id="{9D09D9F6-59DC-99FA-ECE5-5A3CEDAD2C78}"/>
                      </a:ext>
                    </a:extLst>
                  </p:cNvPr>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a:extLst>
                      <a:ext uri="{FF2B5EF4-FFF2-40B4-BE49-F238E27FC236}">
                        <a16:creationId xmlns:a16="http://schemas.microsoft.com/office/drawing/2014/main" id="{4786EFA4-E999-F0F0-2EE2-2ED86E1ABFD5}"/>
                      </a:ext>
                    </a:extLst>
                  </p:cNvPr>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a:extLst>
                    <a:ext uri="{FF2B5EF4-FFF2-40B4-BE49-F238E27FC236}">
                      <a16:creationId xmlns:a16="http://schemas.microsoft.com/office/drawing/2014/main" id="{F0601ECC-9F54-F7F3-A17C-C2FDC1C4397A}"/>
                    </a:ext>
                  </a:extLst>
                </p:cNvPr>
                <p:cNvGrpSpPr>
                  <a:grpSpLocks/>
                </p:cNvGrpSpPr>
                <p:nvPr/>
              </p:nvGrpSpPr>
              <p:grpSpPr bwMode="auto">
                <a:xfrm>
                  <a:off x="4451" y="662"/>
                  <a:ext cx="442" cy="951"/>
                  <a:chOff x="3334" y="1717"/>
                  <a:chExt cx="1125" cy="2426"/>
                </a:xfrm>
              </p:grpSpPr>
              <p:sp>
                <p:nvSpPr>
                  <p:cNvPr id="39013" name="Freeform 101">
                    <a:extLst>
                      <a:ext uri="{FF2B5EF4-FFF2-40B4-BE49-F238E27FC236}">
                        <a16:creationId xmlns:a16="http://schemas.microsoft.com/office/drawing/2014/main" id="{7E9301AA-6648-2631-633F-0D0739E1AB0B}"/>
                      </a:ext>
                    </a:extLst>
                  </p:cNvPr>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a:extLst>
                      <a:ext uri="{FF2B5EF4-FFF2-40B4-BE49-F238E27FC236}">
                        <a16:creationId xmlns:a16="http://schemas.microsoft.com/office/drawing/2014/main" id="{E7EAFC1B-2224-3D1B-4A9D-7AE100D76179}"/>
                      </a:ext>
                    </a:extLst>
                  </p:cNvPr>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a:extLst>
                    <a:ext uri="{FF2B5EF4-FFF2-40B4-BE49-F238E27FC236}">
                      <a16:creationId xmlns:a16="http://schemas.microsoft.com/office/drawing/2014/main" id="{412E7ABE-9720-2F2D-AA4A-252D04C2E742}"/>
                    </a:ext>
                  </a:extLst>
                </p:cNvPr>
                <p:cNvGrpSpPr>
                  <a:grpSpLocks/>
                </p:cNvGrpSpPr>
                <p:nvPr/>
              </p:nvGrpSpPr>
              <p:grpSpPr bwMode="auto">
                <a:xfrm>
                  <a:off x="4391" y="721"/>
                  <a:ext cx="347" cy="951"/>
                  <a:chOff x="3181" y="1866"/>
                  <a:chExt cx="883" cy="2426"/>
                </a:xfrm>
              </p:grpSpPr>
              <p:sp>
                <p:nvSpPr>
                  <p:cNvPr id="39016" name="Freeform 104">
                    <a:extLst>
                      <a:ext uri="{FF2B5EF4-FFF2-40B4-BE49-F238E27FC236}">
                        <a16:creationId xmlns:a16="http://schemas.microsoft.com/office/drawing/2014/main" id="{5F041E77-046F-4D76-34F1-1684275C4C80}"/>
                      </a:ext>
                    </a:extLst>
                  </p:cNvPr>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a:extLst>
                      <a:ext uri="{FF2B5EF4-FFF2-40B4-BE49-F238E27FC236}">
                        <a16:creationId xmlns:a16="http://schemas.microsoft.com/office/drawing/2014/main" id="{FC284686-5491-7C98-C027-CCF4C85D27AC}"/>
                      </a:ext>
                    </a:extLst>
                  </p:cNvPr>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a:extLst>
                    <a:ext uri="{FF2B5EF4-FFF2-40B4-BE49-F238E27FC236}">
                      <a16:creationId xmlns:a16="http://schemas.microsoft.com/office/drawing/2014/main" id="{E95F4274-9C5D-D054-18C2-D9A1FE13783C}"/>
                    </a:ext>
                  </a:extLst>
                </p:cNvPr>
                <p:cNvGrpSpPr>
                  <a:grpSpLocks/>
                </p:cNvGrpSpPr>
                <p:nvPr/>
              </p:nvGrpSpPr>
              <p:grpSpPr bwMode="auto">
                <a:xfrm>
                  <a:off x="4323" y="767"/>
                  <a:ext cx="243" cy="935"/>
                  <a:chOff x="3006" y="1983"/>
                  <a:chExt cx="619" cy="2386"/>
                </a:xfrm>
              </p:grpSpPr>
              <p:sp>
                <p:nvSpPr>
                  <p:cNvPr id="39019" name="Freeform 107">
                    <a:extLst>
                      <a:ext uri="{FF2B5EF4-FFF2-40B4-BE49-F238E27FC236}">
                        <a16:creationId xmlns:a16="http://schemas.microsoft.com/office/drawing/2014/main" id="{CBABF0BD-B273-8DAA-5494-B7EA043251F7}"/>
                      </a:ext>
                    </a:extLst>
                  </p:cNvPr>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a:extLst>
                      <a:ext uri="{FF2B5EF4-FFF2-40B4-BE49-F238E27FC236}">
                        <a16:creationId xmlns:a16="http://schemas.microsoft.com/office/drawing/2014/main" id="{1A7ACF00-0E28-A3C5-5C32-33B911E44EAA}"/>
                      </a:ext>
                    </a:extLst>
                  </p:cNvPr>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a:extLst>
                    <a:ext uri="{FF2B5EF4-FFF2-40B4-BE49-F238E27FC236}">
                      <a16:creationId xmlns:a16="http://schemas.microsoft.com/office/drawing/2014/main" id="{3472C6E1-7C4A-1F5B-9974-F37675EF40D9}"/>
                    </a:ext>
                  </a:extLst>
                </p:cNvPr>
                <p:cNvGrpSpPr>
                  <a:grpSpLocks/>
                </p:cNvGrpSpPr>
                <p:nvPr/>
              </p:nvGrpSpPr>
              <p:grpSpPr bwMode="auto">
                <a:xfrm>
                  <a:off x="4249" y="813"/>
                  <a:ext cx="159" cy="870"/>
                  <a:chOff x="2819" y="2101"/>
                  <a:chExt cx="405" cy="2219"/>
                </a:xfrm>
              </p:grpSpPr>
              <p:sp>
                <p:nvSpPr>
                  <p:cNvPr id="39022" name="Freeform 110">
                    <a:extLst>
                      <a:ext uri="{FF2B5EF4-FFF2-40B4-BE49-F238E27FC236}">
                        <a16:creationId xmlns:a16="http://schemas.microsoft.com/office/drawing/2014/main" id="{AC2BEE3A-C3F6-1FC5-C0DC-1D355FE9F265}"/>
                      </a:ext>
                    </a:extLst>
                  </p:cNvPr>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a:extLst>
                      <a:ext uri="{FF2B5EF4-FFF2-40B4-BE49-F238E27FC236}">
                        <a16:creationId xmlns:a16="http://schemas.microsoft.com/office/drawing/2014/main" id="{97FE93FF-B38D-7E08-D0E0-662C8D2BD33C}"/>
                      </a:ext>
                    </a:extLst>
                  </p:cNvPr>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a:extLst>
                    <a:ext uri="{FF2B5EF4-FFF2-40B4-BE49-F238E27FC236}">
                      <a16:creationId xmlns:a16="http://schemas.microsoft.com/office/drawing/2014/main" id="{30980D1D-6B8A-9D12-DFE2-3B855DA08363}"/>
                    </a:ext>
                  </a:extLst>
                </p:cNvPr>
                <p:cNvGrpSpPr>
                  <a:grpSpLocks/>
                </p:cNvGrpSpPr>
                <p:nvPr/>
              </p:nvGrpSpPr>
              <p:grpSpPr bwMode="auto">
                <a:xfrm>
                  <a:off x="4045" y="826"/>
                  <a:ext cx="167" cy="857"/>
                  <a:chOff x="2287" y="2135"/>
                  <a:chExt cx="426" cy="2185"/>
                </a:xfrm>
              </p:grpSpPr>
              <p:sp>
                <p:nvSpPr>
                  <p:cNvPr id="39025" name="Freeform 113">
                    <a:extLst>
                      <a:ext uri="{FF2B5EF4-FFF2-40B4-BE49-F238E27FC236}">
                        <a16:creationId xmlns:a16="http://schemas.microsoft.com/office/drawing/2014/main" id="{79543620-C8E7-D5D5-F74B-8AA19BE52FBF}"/>
                      </a:ext>
                    </a:extLst>
                  </p:cNvPr>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a:extLst>
                      <a:ext uri="{FF2B5EF4-FFF2-40B4-BE49-F238E27FC236}">
                        <a16:creationId xmlns:a16="http://schemas.microsoft.com/office/drawing/2014/main" id="{22B713B6-893D-BE6C-734A-5194A9FD127F}"/>
                      </a:ext>
                    </a:extLst>
                  </p:cNvPr>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a:extLst>
                  <a:ext uri="{FF2B5EF4-FFF2-40B4-BE49-F238E27FC236}">
                    <a16:creationId xmlns:a16="http://schemas.microsoft.com/office/drawing/2014/main" id="{063852CC-51D5-3D23-FF98-5F16173E4427}"/>
                  </a:ext>
                </a:extLst>
              </p:cNvPr>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a:extLst>
                  <a:ext uri="{FF2B5EF4-FFF2-40B4-BE49-F238E27FC236}">
                    <a16:creationId xmlns:a16="http://schemas.microsoft.com/office/drawing/2014/main" id="{F039124F-3FEF-D3F2-14F8-680A77BCB4CE}"/>
                  </a:ext>
                </a:extLst>
              </p:cNvPr>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a:extLst>
                  <a:ext uri="{FF2B5EF4-FFF2-40B4-BE49-F238E27FC236}">
                    <a16:creationId xmlns:a16="http://schemas.microsoft.com/office/drawing/2014/main" id="{2A0E8B03-7A92-AB7F-B049-E6C0C2DC35B3}"/>
                  </a:ext>
                </a:extLst>
              </p:cNvPr>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a:extLst>
                  <a:ext uri="{FF2B5EF4-FFF2-40B4-BE49-F238E27FC236}">
                    <a16:creationId xmlns:a16="http://schemas.microsoft.com/office/drawing/2014/main" id="{7E36E7E9-D129-BDD1-BFEF-B89C3C5D484C}"/>
                  </a:ext>
                </a:extLst>
              </p:cNvPr>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a:extLst>
                  <a:ext uri="{FF2B5EF4-FFF2-40B4-BE49-F238E27FC236}">
                    <a16:creationId xmlns:a16="http://schemas.microsoft.com/office/drawing/2014/main" id="{E77B16FB-E5F9-67E1-F476-39B1A0CE096B}"/>
                  </a:ext>
                </a:extLst>
              </p:cNvPr>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a:extLst>
                  <a:ext uri="{FF2B5EF4-FFF2-40B4-BE49-F238E27FC236}">
                    <a16:creationId xmlns:a16="http://schemas.microsoft.com/office/drawing/2014/main" id="{99FC6A73-D5AB-B96B-8EBA-130C5DE4AB92}"/>
                  </a:ext>
                </a:extLst>
              </p:cNvPr>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a:extLst>
                  <a:ext uri="{FF2B5EF4-FFF2-40B4-BE49-F238E27FC236}">
                    <a16:creationId xmlns:a16="http://schemas.microsoft.com/office/drawing/2014/main" id="{B1ED40F4-9CEC-9B3E-79A5-552C31927DC7}"/>
                  </a:ext>
                </a:extLst>
              </p:cNvPr>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a:extLst>
                  <a:ext uri="{FF2B5EF4-FFF2-40B4-BE49-F238E27FC236}">
                    <a16:creationId xmlns:a16="http://schemas.microsoft.com/office/drawing/2014/main" id="{D51902DD-53B7-05DE-F66A-B3B10E16A23B}"/>
                  </a:ext>
                </a:extLst>
              </p:cNvPr>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a:extLst>
                  <a:ext uri="{FF2B5EF4-FFF2-40B4-BE49-F238E27FC236}">
                    <a16:creationId xmlns:a16="http://schemas.microsoft.com/office/drawing/2014/main" id="{C8865459-E989-8247-1FE3-140E063B203F}"/>
                  </a:ext>
                </a:extLst>
              </p:cNvPr>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a:extLst>
                  <a:ext uri="{FF2B5EF4-FFF2-40B4-BE49-F238E27FC236}">
                    <a16:creationId xmlns:a16="http://schemas.microsoft.com/office/drawing/2014/main" id="{FFD20BF3-E6AE-7FAE-0A99-F216D9391934}"/>
                  </a:ext>
                </a:extLst>
              </p:cNvPr>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a:extLst>
                  <a:ext uri="{FF2B5EF4-FFF2-40B4-BE49-F238E27FC236}">
                    <a16:creationId xmlns:a16="http://schemas.microsoft.com/office/drawing/2014/main" id="{D18A49AC-FCE6-35CB-D69F-AE401FAF7AF9}"/>
                  </a:ext>
                </a:extLst>
              </p:cNvPr>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a:extLst>
                  <a:ext uri="{FF2B5EF4-FFF2-40B4-BE49-F238E27FC236}">
                    <a16:creationId xmlns:a16="http://schemas.microsoft.com/office/drawing/2014/main" id="{7AF2AA0C-59E3-00E0-611E-F436476D6D60}"/>
                  </a:ext>
                </a:extLst>
              </p:cNvPr>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a:extLst>
                  <a:ext uri="{FF2B5EF4-FFF2-40B4-BE49-F238E27FC236}">
                    <a16:creationId xmlns:a16="http://schemas.microsoft.com/office/drawing/2014/main" id="{44E5E2E8-5A38-5580-486C-DA2C9656A1D6}"/>
                  </a:ext>
                </a:extLst>
              </p:cNvPr>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a:extLst>
                  <a:ext uri="{FF2B5EF4-FFF2-40B4-BE49-F238E27FC236}">
                    <a16:creationId xmlns:a16="http://schemas.microsoft.com/office/drawing/2014/main" id="{25AA8D1C-F2E6-661A-7728-32D22608C304}"/>
                  </a:ext>
                </a:extLst>
              </p:cNvPr>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a:extLst>
                  <a:ext uri="{FF2B5EF4-FFF2-40B4-BE49-F238E27FC236}">
                    <a16:creationId xmlns:a16="http://schemas.microsoft.com/office/drawing/2014/main" id="{72C333B5-40B6-8834-F34B-1A9B598F467F}"/>
                  </a:ext>
                </a:extLst>
              </p:cNvPr>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a:extLst>
                  <a:ext uri="{FF2B5EF4-FFF2-40B4-BE49-F238E27FC236}">
                    <a16:creationId xmlns:a16="http://schemas.microsoft.com/office/drawing/2014/main" id="{A6288EF6-35AF-7B4D-39D1-80F2EFB36C78}"/>
                  </a:ext>
                </a:extLst>
              </p:cNvPr>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a:extLst>
                  <a:ext uri="{FF2B5EF4-FFF2-40B4-BE49-F238E27FC236}">
                    <a16:creationId xmlns:a16="http://schemas.microsoft.com/office/drawing/2014/main" id="{C2A50660-80B6-3828-83E3-35CB15992E1D}"/>
                  </a:ext>
                </a:extLst>
              </p:cNvPr>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a:extLst>
                  <a:ext uri="{FF2B5EF4-FFF2-40B4-BE49-F238E27FC236}">
                    <a16:creationId xmlns:a16="http://schemas.microsoft.com/office/drawing/2014/main" id="{09360AC6-2853-7A15-B05E-CCECDD4A16D3}"/>
                  </a:ext>
                </a:extLst>
              </p:cNvPr>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a:extLst>
                  <a:ext uri="{FF2B5EF4-FFF2-40B4-BE49-F238E27FC236}">
                    <a16:creationId xmlns:a16="http://schemas.microsoft.com/office/drawing/2014/main" id="{96BEC55C-2260-F01C-22FA-DA52AB6ACBC9}"/>
                  </a:ext>
                </a:extLst>
              </p:cNvPr>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a:extLst>
                  <a:ext uri="{FF2B5EF4-FFF2-40B4-BE49-F238E27FC236}">
                    <a16:creationId xmlns:a16="http://schemas.microsoft.com/office/drawing/2014/main" id="{43A9ED57-81FC-A3D3-80EA-F8331D572311}"/>
                  </a:ext>
                </a:extLst>
              </p:cNvPr>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a:extLst>
                  <a:ext uri="{FF2B5EF4-FFF2-40B4-BE49-F238E27FC236}">
                    <a16:creationId xmlns:a16="http://schemas.microsoft.com/office/drawing/2014/main" id="{436A3281-4C79-DAA9-E0C8-6544045BBD97}"/>
                  </a:ext>
                </a:extLst>
              </p:cNvPr>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a:extLst>
                  <a:ext uri="{FF2B5EF4-FFF2-40B4-BE49-F238E27FC236}">
                    <a16:creationId xmlns:a16="http://schemas.microsoft.com/office/drawing/2014/main" id="{C6688940-B47C-B8A7-9B92-033FD2B83610}"/>
                  </a:ext>
                </a:extLst>
              </p:cNvPr>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a:extLst>
              <a:ext uri="{FF2B5EF4-FFF2-40B4-BE49-F238E27FC236}">
                <a16:creationId xmlns:a16="http://schemas.microsoft.com/office/drawing/2014/main" id="{4B5284E4-1B67-E211-6E6A-71E20D083A23}"/>
              </a:ext>
            </a:extLst>
          </p:cNvPr>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138">
            <a:extLst>
              <a:ext uri="{FF2B5EF4-FFF2-40B4-BE49-F238E27FC236}">
                <a16:creationId xmlns:a16="http://schemas.microsoft.com/office/drawing/2014/main" id="{10956BBE-6639-533D-C22F-F87EE80A0B6A}"/>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9051" name="Rectangle 139">
            <a:extLst>
              <a:ext uri="{FF2B5EF4-FFF2-40B4-BE49-F238E27FC236}">
                <a16:creationId xmlns:a16="http://schemas.microsoft.com/office/drawing/2014/main" id="{95F5778B-75E5-9B55-D408-3DE0E74CF44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a:extLst>
              <a:ext uri="{FF2B5EF4-FFF2-40B4-BE49-F238E27FC236}">
                <a16:creationId xmlns:a16="http://schemas.microsoft.com/office/drawing/2014/main" id="{466F97F9-F911-B6D9-6366-1683AB0BD01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a:extLst>
              <a:ext uri="{FF2B5EF4-FFF2-40B4-BE49-F238E27FC236}">
                <a16:creationId xmlns:a16="http://schemas.microsoft.com/office/drawing/2014/main" id="{8D2A0979-3093-5EC3-6E19-0D43E2C1930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604020202020204" pitchFamily="34" charset="0"/>
              </a:defRPr>
            </a:lvl1pPr>
          </a:lstStyle>
          <a:p>
            <a:fld id="{DFAA680C-C3A8-A145-A5EF-4BBB9D1C1886}"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E751A00-3481-E25E-088F-54C0AFAECE4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Rectangle 3">
            <a:extLst>
              <a:ext uri="{FF2B5EF4-FFF2-40B4-BE49-F238E27FC236}">
                <a16:creationId xmlns:a16="http://schemas.microsoft.com/office/drawing/2014/main" id="{289F09DF-945D-A3DE-99EF-8CBE74291087}"/>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9572" name="Rectangle 4">
            <a:extLst>
              <a:ext uri="{FF2B5EF4-FFF2-40B4-BE49-F238E27FC236}">
                <a16:creationId xmlns:a16="http://schemas.microsoft.com/office/drawing/2014/main" id="{9FAB78BB-F3AF-0647-0020-2F565C7D7E84}"/>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a:extLst>
              <a:ext uri="{FF2B5EF4-FFF2-40B4-BE49-F238E27FC236}">
                <a16:creationId xmlns:a16="http://schemas.microsoft.com/office/drawing/2014/main" id="{5F9D30CA-E023-9670-A6EC-7EA06431282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a:extLst>
              <a:ext uri="{FF2B5EF4-FFF2-40B4-BE49-F238E27FC236}">
                <a16:creationId xmlns:a16="http://schemas.microsoft.com/office/drawing/2014/main" id="{530EB17A-615F-C686-B92E-951168AE03DC}"/>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436F8379-1277-B24C-ADEE-0EBD7EECE20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73F4891-B7F4-FB70-FCD1-98F5BE38F41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Rectangle 3">
            <a:extLst>
              <a:ext uri="{FF2B5EF4-FFF2-40B4-BE49-F238E27FC236}">
                <a16:creationId xmlns:a16="http://schemas.microsoft.com/office/drawing/2014/main" id="{16EA456B-1047-2852-302A-4ED6F4C74AE8}"/>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0836" name="Rectangle 4">
            <a:extLst>
              <a:ext uri="{FF2B5EF4-FFF2-40B4-BE49-F238E27FC236}">
                <a16:creationId xmlns:a16="http://schemas.microsoft.com/office/drawing/2014/main" id="{4747D240-DF59-B4AD-94C9-53AD67ED7E47}"/>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a:extLst>
              <a:ext uri="{FF2B5EF4-FFF2-40B4-BE49-F238E27FC236}">
                <a16:creationId xmlns:a16="http://schemas.microsoft.com/office/drawing/2014/main" id="{125A0DA3-71E2-A850-3F73-293CC947DC25}"/>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a:extLst>
              <a:ext uri="{FF2B5EF4-FFF2-40B4-BE49-F238E27FC236}">
                <a16:creationId xmlns:a16="http://schemas.microsoft.com/office/drawing/2014/main" id="{6C571D70-AC0E-5A1E-9290-323AA6AEBA8A}"/>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F7B25E42-BC11-8A46-B114-0C71F0F237D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8F72DA5C-F7EA-9027-D626-9B6E5313477B}"/>
              </a:ext>
            </a:extLst>
          </p:cNvPr>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18115" name="Rectangle 3">
            <a:extLst>
              <a:ext uri="{FF2B5EF4-FFF2-40B4-BE49-F238E27FC236}">
                <a16:creationId xmlns:a16="http://schemas.microsoft.com/office/drawing/2014/main" id="{A8EB1807-8FE5-CE5A-6356-0F8C78A43259}"/>
              </a:ext>
            </a:extLst>
          </p:cNvPr>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8116" name="Rectangle 4">
            <a:extLst>
              <a:ext uri="{FF2B5EF4-FFF2-40B4-BE49-F238E27FC236}">
                <a16:creationId xmlns:a16="http://schemas.microsoft.com/office/drawing/2014/main" id="{79E199CB-3194-333C-E344-6F058F31FC16}"/>
              </a:ext>
            </a:extLst>
          </p:cNvPr>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a:extLst>
              <a:ext uri="{FF2B5EF4-FFF2-40B4-BE49-F238E27FC236}">
                <a16:creationId xmlns:a16="http://schemas.microsoft.com/office/drawing/2014/main" id="{5F3C5690-209C-9AE5-7CD3-58313189BF7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a:extLst>
              <a:ext uri="{FF2B5EF4-FFF2-40B4-BE49-F238E27FC236}">
                <a16:creationId xmlns:a16="http://schemas.microsoft.com/office/drawing/2014/main" id="{115B8187-414E-D5CA-FB39-0A35E08C57E5}"/>
              </a:ext>
            </a:extLst>
          </p:cNvPr>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D8ED70DD-3075-BA44-9820-2257CD89FD91}"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AAF895E-F7D2-9FBF-B93C-AF9FF79E105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a:extLst>
              <a:ext uri="{FF2B5EF4-FFF2-40B4-BE49-F238E27FC236}">
                <a16:creationId xmlns:a16="http://schemas.microsoft.com/office/drawing/2014/main" id="{0A0465D9-0CB7-2191-AA76-91E2399851E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2" name="Rectangle 4">
            <a:extLst>
              <a:ext uri="{FF2B5EF4-FFF2-40B4-BE49-F238E27FC236}">
                <a16:creationId xmlns:a16="http://schemas.microsoft.com/office/drawing/2014/main" id="{4653A5A7-B555-4A47-351C-1798C12CC066}"/>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3237" name="Rectangle 5">
            <a:extLst>
              <a:ext uri="{FF2B5EF4-FFF2-40B4-BE49-F238E27FC236}">
                <a16:creationId xmlns:a16="http://schemas.microsoft.com/office/drawing/2014/main" id="{04C993FC-56EC-508F-1F50-E61740E5CE9E}"/>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a:extLst>
              <a:ext uri="{FF2B5EF4-FFF2-40B4-BE49-F238E27FC236}">
                <a16:creationId xmlns:a16="http://schemas.microsoft.com/office/drawing/2014/main" id="{BC990DC9-BD16-B40B-EBEE-1E6D7AC3C33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a:extLst>
              <a:ext uri="{FF2B5EF4-FFF2-40B4-BE49-F238E27FC236}">
                <a16:creationId xmlns:a16="http://schemas.microsoft.com/office/drawing/2014/main" id="{7528E13D-43B3-BF64-C88B-B1D5953856E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E66716DE-4B6D-9E4E-A229-6EA914CAEBB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4ADB276-931C-DBB0-0DDB-5E5A993A1E54}"/>
              </a:ext>
            </a:extLst>
          </p:cNvPr>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195" name="Rectangle 3">
            <a:extLst>
              <a:ext uri="{FF2B5EF4-FFF2-40B4-BE49-F238E27FC236}">
                <a16:creationId xmlns:a16="http://schemas.microsoft.com/office/drawing/2014/main" id="{AE3A3626-47C4-5C2B-3655-96C2DF48FD22}"/>
              </a:ext>
            </a:extLst>
          </p:cNvPr>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340" name="Rectangle 4">
            <a:extLst>
              <a:ext uri="{FF2B5EF4-FFF2-40B4-BE49-F238E27FC236}">
                <a16:creationId xmlns:a16="http://schemas.microsoft.com/office/drawing/2014/main" id="{BD4C818E-3B07-0A88-6607-4A122BE6800D}"/>
              </a:ext>
            </a:extLst>
          </p:cNvPr>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a:extLst>
              <a:ext uri="{FF2B5EF4-FFF2-40B4-BE49-F238E27FC236}">
                <a16:creationId xmlns:a16="http://schemas.microsoft.com/office/drawing/2014/main" id="{D6755E42-10E3-DB3A-A4C0-07AED4D7D39A}"/>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a:extLst>
              <a:ext uri="{FF2B5EF4-FFF2-40B4-BE49-F238E27FC236}">
                <a16:creationId xmlns:a16="http://schemas.microsoft.com/office/drawing/2014/main" id="{5896AC26-AE18-07E0-0D86-A29D6097B5CD}"/>
              </a:ext>
            </a:extLst>
          </p:cNvPr>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21706795-6C8C-6C46-95B9-4E7D43DD99BB}"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7.xml"/><Relationship Id="rId1" Type="http://schemas.openxmlformats.org/officeDocument/2006/relationships/control" Target="../activeX/activeX1.xml"/><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EE37108-AFC3-E346-8FBD-590A30108255}"/>
              </a:ext>
            </a:extLst>
          </p:cNvPr>
          <p:cNvSpPr>
            <a:spLocks noGrp="1" noChangeArrowheads="1"/>
          </p:cNvSpPr>
          <p:nvPr>
            <p:ph type="ctrTitle"/>
          </p:nvPr>
        </p:nvSpPr>
        <p:spPr>
          <a:xfrm>
            <a:off x="685800" y="381000"/>
            <a:ext cx="7772400" cy="1470025"/>
          </a:xfrm>
        </p:spPr>
        <p:txBody>
          <a:bodyPr/>
          <a:lstStyle/>
          <a:p>
            <a:pPr eaLnBrk="1" hangingPunct="1"/>
            <a:r>
              <a:rPr lang="en-US" altLang="en-US" sz="5400"/>
              <a:t>Presentation Suggestions</a:t>
            </a:r>
          </a:p>
        </p:txBody>
      </p:sp>
      <p:sp>
        <p:nvSpPr>
          <p:cNvPr id="12291" name="Rectangle 9">
            <a:extLst>
              <a:ext uri="{FF2B5EF4-FFF2-40B4-BE49-F238E27FC236}">
                <a16:creationId xmlns:a16="http://schemas.microsoft.com/office/drawing/2014/main" id="{1EED7E79-E6FB-404F-1C13-2AB6B6F7D78D}"/>
              </a:ext>
            </a:extLst>
          </p:cNvPr>
          <p:cNvSpPr>
            <a:spLocks noGrp="1" noChangeArrowheads="1"/>
          </p:cNvSpPr>
          <p:nvPr>
            <p:ph type="subTitle" idx="1"/>
          </p:nvPr>
        </p:nvSpPr>
        <p:spPr>
          <a:xfrm>
            <a:off x="0" y="1752600"/>
            <a:ext cx="9144000" cy="1752600"/>
          </a:xfrm>
        </p:spPr>
        <p:txBody>
          <a:bodyPr/>
          <a:lstStyle/>
          <a:p>
            <a:pPr eaLnBrk="1" hangingPunct="1"/>
            <a:r>
              <a:rPr lang="en-US" altLang="en-US" sz="2800"/>
              <a:t>Dr. Burnett and Dr. Singiser</a:t>
            </a:r>
          </a:p>
          <a:p>
            <a:pPr eaLnBrk="1" hangingPunct="1"/>
            <a:r>
              <a:rPr lang="en-US" altLang="en-US" sz="2400"/>
              <a:t>BIOL/CHEM 4900</a:t>
            </a:r>
          </a:p>
        </p:txBody>
      </p:sp>
      <p:pic>
        <p:nvPicPr>
          <p:cNvPr id="12292" name="Picture 4" descr="Pumpkin1">
            <a:extLst>
              <a:ext uri="{FF2B5EF4-FFF2-40B4-BE49-F238E27FC236}">
                <a16:creationId xmlns:a16="http://schemas.microsoft.com/office/drawing/2014/main" id="{33AEDB38-E82D-2F1F-B309-2530E322A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a:extLst>
              <a:ext uri="{FF2B5EF4-FFF2-40B4-BE49-F238E27FC236}">
                <a16:creationId xmlns:a16="http://schemas.microsoft.com/office/drawing/2014/main" id="{EE461D6D-99E6-086C-3391-55188DE4EB13}"/>
              </a:ext>
            </a:extLst>
          </p:cNvPr>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877AFAE-FB10-18BC-945C-F21F7093C169}"/>
              </a:ext>
            </a:extLst>
          </p:cNvPr>
          <p:cNvSpPr>
            <a:spLocks noGrp="1" noChangeArrowheads="1"/>
          </p:cNvSpPr>
          <p:nvPr>
            <p:ph type="title"/>
          </p:nvPr>
        </p:nvSpPr>
        <p:spPr>
          <a:xfrm>
            <a:off x="685800" y="304800"/>
            <a:ext cx="3352800" cy="1371600"/>
          </a:xfrm>
        </p:spPr>
        <p:txBody>
          <a:bodyPr/>
          <a:lstStyle/>
          <a:p>
            <a:pPr eaLnBrk="1" hangingPunct="1"/>
            <a:r>
              <a:rPr lang="en-US" altLang="en-US" sz="4000"/>
              <a:t>A Sad Day on Sesame Street </a:t>
            </a:r>
          </a:p>
        </p:txBody>
      </p:sp>
      <p:sp>
        <p:nvSpPr>
          <p:cNvPr id="13315" name="Rectangle 7">
            <a:extLst>
              <a:ext uri="{FF2B5EF4-FFF2-40B4-BE49-F238E27FC236}">
                <a16:creationId xmlns:a16="http://schemas.microsoft.com/office/drawing/2014/main" id="{F1CFE076-7BEF-CB04-0AD2-05237F39FBFF}"/>
              </a:ext>
            </a:extLst>
          </p:cNvPr>
          <p:cNvSpPr>
            <a:spLocks noGrp="1" noChangeArrowheads="1"/>
          </p:cNvSpPr>
          <p:nvPr>
            <p:ph type="body" sz="half" idx="1"/>
          </p:nvPr>
        </p:nvSpPr>
        <p:spPr>
          <a:xfrm>
            <a:off x="685800" y="2286000"/>
            <a:ext cx="3810000" cy="3810000"/>
          </a:xfrm>
        </p:spPr>
        <p:txBody>
          <a:bodyPr/>
          <a:lstStyle/>
          <a:p>
            <a:pPr eaLnBrk="1" hangingPunct="1"/>
            <a:r>
              <a:rPr lang="en-US" altLang="en-US" sz="2800"/>
              <a:t>Citing your images</a:t>
            </a:r>
          </a:p>
          <a:p>
            <a:pPr eaLnBrk="1" hangingPunct="1"/>
            <a:r>
              <a:rPr lang="en-US" altLang="en-US" sz="2800"/>
              <a:t>Use small print</a:t>
            </a:r>
          </a:p>
        </p:txBody>
      </p:sp>
      <p:sp>
        <p:nvSpPr>
          <p:cNvPr id="13316" name="Rectangle 3">
            <a:extLst>
              <a:ext uri="{FF2B5EF4-FFF2-40B4-BE49-F238E27FC236}">
                <a16:creationId xmlns:a16="http://schemas.microsoft.com/office/drawing/2014/main" id="{888E7B57-DBEA-3761-FA4E-24FE5201A9A4}"/>
              </a:ext>
            </a:extLst>
          </p:cNvPr>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a:extLst>
              <a:ext uri="{FF2B5EF4-FFF2-40B4-BE49-F238E27FC236}">
                <a16:creationId xmlns:a16="http://schemas.microsoft.com/office/drawing/2014/main" id="{0F255F34-A89C-8EFC-404A-1E8161A0ACDA}"/>
              </a:ext>
            </a:extLst>
          </p:cNvPr>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5CECE47-B8C1-60E8-EDD7-87C1038190BA}"/>
              </a:ext>
            </a:extLst>
          </p:cNvPr>
          <p:cNvSpPr>
            <a:spLocks noGrp="1" noChangeArrowheads="1"/>
          </p:cNvSpPr>
          <p:nvPr>
            <p:ph type="title"/>
          </p:nvPr>
        </p:nvSpPr>
        <p:spPr/>
        <p:txBody>
          <a:bodyPr/>
          <a:lstStyle/>
          <a:p>
            <a:pPr eaLnBrk="1" hangingPunct="1"/>
            <a:r>
              <a:rPr lang="en-US" altLang="en-US"/>
              <a:t>Example of a Bad Color Scheme</a:t>
            </a:r>
          </a:p>
        </p:txBody>
      </p:sp>
      <p:sp>
        <p:nvSpPr>
          <p:cNvPr id="14339" name="Rectangle 3">
            <a:extLst>
              <a:ext uri="{FF2B5EF4-FFF2-40B4-BE49-F238E27FC236}">
                <a16:creationId xmlns:a16="http://schemas.microsoft.com/office/drawing/2014/main" id="{6B7DE912-E691-CDFD-FE6F-EDF388061047}"/>
              </a:ext>
            </a:extLst>
          </p:cNvPr>
          <p:cNvSpPr>
            <a:spLocks noGrp="1" noChangeArrowheads="1"/>
          </p:cNvSpPr>
          <p:nvPr>
            <p:ph type="body" idx="1"/>
          </p:nvPr>
        </p:nvSpPr>
        <p:spPr/>
        <p:txBody>
          <a:bodyPr/>
          <a:lstStyle/>
          <a:p>
            <a:pPr eaLnBrk="1" hangingPunct="1">
              <a:lnSpc>
                <a:spcPct val="90000"/>
              </a:lnSpc>
            </a:pPr>
            <a:r>
              <a:rPr lang="en-US" altLang="en-US"/>
              <a:t>Fonts in the same color family as the background do not show up well.</a:t>
            </a:r>
          </a:p>
          <a:p>
            <a:pPr eaLnBrk="1" hangingPunct="1">
              <a:lnSpc>
                <a:spcPct val="90000"/>
              </a:lnSpc>
            </a:pPr>
            <a:r>
              <a:rPr lang="en-US" altLang="en-US"/>
              <a:t>Here are some tips for good color combinations</a:t>
            </a:r>
          </a:p>
          <a:p>
            <a:pPr lvl="1" eaLnBrk="1" hangingPunct="1">
              <a:lnSpc>
                <a:spcPct val="90000"/>
              </a:lnSpc>
            </a:pPr>
            <a:r>
              <a:rPr lang="en-US" altLang="en-US"/>
              <a:t>Use the Design Templates</a:t>
            </a:r>
          </a:p>
          <a:p>
            <a:pPr lvl="2" eaLnBrk="1" hangingPunct="1">
              <a:lnSpc>
                <a:spcPct val="90000"/>
              </a:lnSpc>
            </a:pPr>
            <a:r>
              <a:rPr lang="en-US" altLang="en-US"/>
              <a:t>Go under the format menu and select Slide Design</a:t>
            </a:r>
          </a:p>
          <a:p>
            <a:pPr lvl="1" eaLnBrk="1" hangingPunct="1">
              <a:lnSpc>
                <a:spcPct val="90000"/>
              </a:lnSpc>
            </a:pPr>
            <a:r>
              <a:rPr lang="en-US" altLang="en-US"/>
              <a:t>Use the Standard Color schemes</a:t>
            </a:r>
          </a:p>
          <a:p>
            <a:pPr lvl="2" eaLnBrk="1" hangingPunct="1">
              <a:lnSpc>
                <a:spcPct val="90000"/>
              </a:lnSpc>
            </a:pPr>
            <a:r>
              <a:rPr lang="en-US" altLang="en-US"/>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61B35E6-5CCE-1AD8-5D81-833085CA3495}"/>
              </a:ext>
            </a:extLst>
          </p:cNvPr>
          <p:cNvSpPr>
            <a:spLocks noGrp="1" noChangeArrowheads="1"/>
          </p:cNvSpPr>
          <p:nvPr>
            <p:ph type="title"/>
          </p:nvPr>
        </p:nvSpPr>
        <p:spPr/>
        <p:txBody>
          <a:bodyPr/>
          <a:lstStyle/>
          <a:p>
            <a:pPr eaLnBrk="1" hangingPunct="1"/>
            <a:r>
              <a:rPr lang="en-US" altLang="en-US">
                <a:solidFill>
                  <a:srgbClr val="000000"/>
                </a:solidFill>
              </a:rPr>
              <a:t>Another Bad Color Scheme</a:t>
            </a:r>
          </a:p>
        </p:txBody>
      </p:sp>
      <p:sp>
        <p:nvSpPr>
          <p:cNvPr id="15363" name="Rectangle 3">
            <a:extLst>
              <a:ext uri="{FF2B5EF4-FFF2-40B4-BE49-F238E27FC236}">
                <a16:creationId xmlns:a16="http://schemas.microsoft.com/office/drawing/2014/main" id="{E7B8DE89-C2BA-CFA4-DBE1-518685EFDD91}"/>
              </a:ext>
            </a:extLst>
          </p:cNvPr>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a:solidFill>
                  <a:srgbClr val="000000"/>
                </a:solidFill>
              </a:rPr>
              <a:t>Dark text on dark background</a:t>
            </a:r>
          </a:p>
          <a:p>
            <a:pPr eaLnBrk="1" hangingPunct="1">
              <a:lnSpc>
                <a:spcPct val="90000"/>
              </a:lnSpc>
            </a:pPr>
            <a:r>
              <a:rPr lang="en-US" altLang="en-US">
                <a:solidFill>
                  <a:srgbClr val="000000"/>
                </a:solidFill>
              </a:rPr>
              <a:t>Beware of shaded backgrounds</a:t>
            </a:r>
          </a:p>
          <a:p>
            <a:pPr eaLnBrk="1" hangingPunct="1">
              <a:lnSpc>
                <a:spcPct val="90000"/>
              </a:lnSpc>
            </a:pPr>
            <a:endParaRPr lang="en-US" altLang="en-US">
              <a:solidFill>
                <a:srgbClr val="000000"/>
              </a:solidFill>
            </a:endParaRPr>
          </a:p>
          <a:p>
            <a:pPr eaLnBrk="1" hangingPunct="1">
              <a:lnSpc>
                <a:spcPct val="90000"/>
              </a:lnSpc>
            </a:pPr>
            <a:endParaRPr lang="en-US" altLang="en-US">
              <a:solidFill>
                <a:srgbClr val="000000"/>
              </a:solidFill>
            </a:endParaRPr>
          </a:p>
          <a:p>
            <a:pPr eaLnBrk="1" hangingPunct="1">
              <a:lnSpc>
                <a:spcPct val="90000"/>
              </a:lnSpc>
            </a:pPr>
            <a:endParaRPr lang="en-US" altLang="en-US">
              <a:solidFill>
                <a:srgbClr val="000000"/>
              </a:solidFill>
            </a:endParaRPr>
          </a:p>
          <a:p>
            <a:pPr eaLnBrk="1" hangingPunct="1">
              <a:lnSpc>
                <a:spcPct val="90000"/>
              </a:lnSpc>
            </a:pPr>
            <a:endParaRPr lang="en-US" altLang="en-US">
              <a:solidFill>
                <a:srgbClr val="000000"/>
              </a:solidFill>
            </a:endParaRPr>
          </a:p>
          <a:p>
            <a:pPr eaLnBrk="1" hangingPunct="1">
              <a:lnSpc>
                <a:spcPct val="90000"/>
              </a:lnSpc>
            </a:pPr>
            <a:endParaRPr lang="en-US" altLang="en-US">
              <a:solidFill>
                <a:srgbClr val="000000"/>
              </a:solidFill>
            </a:endParaRPr>
          </a:p>
          <a:p>
            <a:pPr eaLnBrk="1" hangingPunct="1">
              <a:lnSpc>
                <a:spcPct val="90000"/>
              </a:lnSpc>
            </a:pPr>
            <a:endParaRPr lang="en-US" altLang="en-US">
              <a:solidFill>
                <a:srgbClr val="000000"/>
              </a:solidFill>
            </a:endParaRPr>
          </a:p>
          <a:p>
            <a:pPr eaLnBrk="1" hangingPunct="1">
              <a:lnSpc>
                <a:spcPct val="90000"/>
              </a:lnSpc>
            </a:pPr>
            <a:r>
              <a:rPr lang="en-US" altLang="en-US">
                <a:solidFill>
                  <a:srgbClr val="000000"/>
                </a:solidFill>
              </a:rPr>
              <a:t>The dark text is harder to read down here</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9D28D56-19B4-4809-641E-37A5716E13D0}"/>
              </a:ext>
            </a:extLst>
          </p:cNvPr>
          <p:cNvSpPr>
            <a:spLocks noGrp="1" noChangeArrowheads="1"/>
          </p:cNvSpPr>
          <p:nvPr>
            <p:ph type="title"/>
          </p:nvPr>
        </p:nvSpPr>
        <p:spPr/>
        <p:txBody>
          <a:bodyPr/>
          <a:lstStyle/>
          <a:p>
            <a:pPr eaLnBrk="1" hangingPunct="1"/>
            <a:r>
              <a:rPr lang="en-US" altLang="en-US">
                <a:solidFill>
                  <a:srgbClr val="FFFF00"/>
                </a:solidFill>
              </a:rPr>
              <a:t>Distracting Backgrounds</a:t>
            </a:r>
          </a:p>
        </p:txBody>
      </p:sp>
      <p:sp>
        <p:nvSpPr>
          <p:cNvPr id="16387" name="Rectangle 3">
            <a:extLst>
              <a:ext uri="{FF2B5EF4-FFF2-40B4-BE49-F238E27FC236}">
                <a16:creationId xmlns:a16="http://schemas.microsoft.com/office/drawing/2014/main" id="{72E097C4-C3B8-99C8-4544-D36AD18A51A2}"/>
              </a:ext>
            </a:extLst>
          </p:cNvPr>
          <p:cNvSpPr>
            <a:spLocks noGrp="1" noChangeArrowheads="1"/>
          </p:cNvSpPr>
          <p:nvPr>
            <p:ph type="body" idx="1"/>
          </p:nvPr>
        </p:nvSpPr>
        <p:spPr/>
        <p:txBody>
          <a:bodyPr/>
          <a:lstStyle/>
          <a:p>
            <a:pPr eaLnBrk="1" hangingPunct="1"/>
            <a:r>
              <a:rPr lang="en-US" altLang="en-US">
                <a:solidFill>
                  <a:schemeClr val="bg1"/>
                </a:solidFill>
              </a:rPr>
              <a:t>Color</a:t>
            </a:r>
          </a:p>
          <a:p>
            <a:pPr lvl="1" eaLnBrk="1" hangingPunct="1"/>
            <a:r>
              <a:rPr lang="en-US" altLang="en-US">
                <a:solidFill>
                  <a:schemeClr val="bg1"/>
                </a:solidFill>
              </a:rPr>
              <a:t>Too bright</a:t>
            </a:r>
          </a:p>
          <a:p>
            <a:pPr lvl="1" eaLnBrk="1" hangingPunct="1"/>
            <a:r>
              <a:rPr lang="en-US" altLang="en-US">
                <a:solidFill>
                  <a:schemeClr val="bg1"/>
                </a:solidFill>
              </a:rPr>
              <a:t>Not enough contrast</a:t>
            </a:r>
          </a:p>
          <a:p>
            <a:pPr lvl="1" eaLnBrk="1" hangingPunct="1"/>
            <a:r>
              <a:rPr lang="en-US" altLang="en-US">
                <a:solidFill>
                  <a:schemeClr val="bg1"/>
                </a:solidFill>
              </a:rPr>
              <a:t>Some colors will look different when projected</a:t>
            </a:r>
          </a:p>
          <a:p>
            <a:pPr eaLnBrk="1" hangingPunct="1"/>
            <a:r>
              <a:rPr lang="en-US" altLang="en-US">
                <a:solidFill>
                  <a:schemeClr val="bg1"/>
                </a:solidFill>
              </a:rPr>
              <a:t>Distracting designs</a:t>
            </a:r>
          </a:p>
          <a:p>
            <a:pPr eaLnBrk="1" hangingPunct="1"/>
            <a:endParaRPr lang="en-US" altLang="en-US">
              <a:solidFill>
                <a:schemeClr val="bg1"/>
              </a:solidFill>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a:extLst>
              <a:ext uri="{FF2B5EF4-FFF2-40B4-BE49-F238E27FC236}">
                <a16:creationId xmlns:a16="http://schemas.microsoft.com/office/drawing/2014/main" id="{B6D8F83E-EBCD-360B-8468-F49E53117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a:extLst>
              <a:ext uri="{FF2B5EF4-FFF2-40B4-BE49-F238E27FC236}">
                <a16:creationId xmlns:a16="http://schemas.microsoft.com/office/drawing/2014/main" id="{0AC84BCB-EED8-D906-4307-6EA79197B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a:extLst>
              <a:ext uri="{FF2B5EF4-FFF2-40B4-BE49-F238E27FC236}">
                <a16:creationId xmlns:a16="http://schemas.microsoft.com/office/drawing/2014/main" id="{BF0B0C02-DBED-4613-EF1E-6695122CED99}"/>
              </a:ext>
            </a:extLst>
          </p:cNvPr>
          <p:cNvSpPr>
            <a:spLocks noGrp="1" noChangeArrowheads="1"/>
          </p:cNvSpPr>
          <p:nvPr>
            <p:ph type="title"/>
          </p:nvPr>
        </p:nvSpPr>
        <p:spPr/>
        <p:txBody>
          <a:bodyPr/>
          <a:lstStyle/>
          <a:p>
            <a:pPr algn="l" eaLnBrk="1" hangingPunct="1">
              <a:defRPr/>
            </a:pPr>
            <a:r>
              <a:rPr lang="en-US">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a:extLst>
              <a:ext uri="{FF2B5EF4-FFF2-40B4-BE49-F238E27FC236}">
                <a16:creationId xmlns:a16="http://schemas.microsoft.com/office/drawing/2014/main" id="{139F72DA-7232-ADE2-771C-3969C567C582}"/>
              </a:ext>
            </a:extLst>
          </p:cNvPr>
          <p:cNvSpPr>
            <a:spLocks noGrp="1" noChangeArrowheads="1"/>
          </p:cNvSpPr>
          <p:nvPr>
            <p:ph type="body" idx="1"/>
          </p:nvPr>
        </p:nvSpPr>
        <p:spPr/>
        <p:txBody>
          <a:bodyPr/>
          <a:lstStyle/>
          <a:p>
            <a:pPr eaLnBrk="1" hangingPunct="1">
              <a:lnSpc>
                <a:spcPct val="80000"/>
              </a:lnSpc>
              <a:defRPr/>
            </a:pPr>
            <a:r>
              <a:rPr lang="en-US" sz="280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CB58CDF-66B6-50C6-DE95-38D9CFAB545F}"/>
              </a:ext>
            </a:extLst>
          </p:cNvPr>
          <p:cNvSpPr>
            <a:spLocks noGrp="1" noChangeArrowheads="1"/>
          </p:cNvSpPr>
          <p:nvPr>
            <p:ph type="title"/>
          </p:nvPr>
        </p:nvSpPr>
        <p:spPr>
          <a:xfrm>
            <a:off x="304800" y="609600"/>
            <a:ext cx="8534400" cy="1143000"/>
          </a:xfrm>
        </p:spPr>
        <p:txBody>
          <a:bodyPr/>
          <a:lstStyle/>
          <a:p>
            <a:pPr eaLnBrk="1" hangingPunct="1"/>
            <a:r>
              <a:rPr lang="en-US" altLang="en-US"/>
              <a:t>Text on Slides</a:t>
            </a:r>
          </a:p>
        </p:txBody>
      </p:sp>
      <p:sp>
        <p:nvSpPr>
          <p:cNvPr id="18435" name="Rectangle 3">
            <a:extLst>
              <a:ext uri="{FF2B5EF4-FFF2-40B4-BE49-F238E27FC236}">
                <a16:creationId xmlns:a16="http://schemas.microsoft.com/office/drawing/2014/main" id="{11FC9FB4-CC10-1C2A-D144-356EACA4AE73}"/>
              </a:ext>
            </a:extLst>
          </p:cNvPr>
          <p:cNvSpPr>
            <a:spLocks noGrp="1" noChangeArrowheads="1"/>
          </p:cNvSpPr>
          <p:nvPr>
            <p:ph type="body" idx="1"/>
          </p:nvPr>
        </p:nvSpPr>
        <p:spPr/>
        <p:txBody>
          <a:bodyPr/>
          <a:lstStyle/>
          <a:p>
            <a:pPr eaLnBrk="1" hangingPunct="1"/>
            <a:r>
              <a:rPr lang="en-US" altLang="en-US"/>
              <a:t>How much text should be on a slide?</a:t>
            </a:r>
          </a:p>
          <a:p>
            <a:pPr eaLnBrk="1" hangingPunct="1"/>
            <a:r>
              <a:rPr lang="en-US" altLang="en-US"/>
              <a:t>Presentation vs. lecture</a:t>
            </a:r>
          </a:p>
          <a:p>
            <a:pPr eaLnBrk="1" hangingPunct="1"/>
            <a:r>
              <a:rPr lang="en-US" altLang="en-US"/>
              <a:t>Bullet points</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9588335-2C06-07D8-91CA-090B2A3DEE95}"/>
              </a:ext>
            </a:extLst>
          </p:cNvPr>
          <p:cNvSpPr>
            <a:spLocks noGrp="1" noChangeArrowheads="1"/>
          </p:cNvSpPr>
          <p:nvPr>
            <p:ph type="title"/>
          </p:nvPr>
        </p:nvSpPr>
        <p:spPr>
          <a:xfrm>
            <a:off x="1447800" y="304800"/>
            <a:ext cx="6096000" cy="1524000"/>
          </a:xfrm>
        </p:spPr>
        <p:txBody>
          <a:bodyPr/>
          <a:lstStyle/>
          <a:p>
            <a:pPr eaLnBrk="1" hangingPunct="1"/>
            <a:r>
              <a:rPr lang="en-US" altLang="en-US"/>
              <a:t>Decorating Your House for Halloween</a:t>
            </a:r>
          </a:p>
        </p:txBody>
      </p:sp>
      <p:sp>
        <p:nvSpPr>
          <p:cNvPr id="19459" name="Rectangle 3">
            <a:extLst>
              <a:ext uri="{FF2B5EF4-FFF2-40B4-BE49-F238E27FC236}">
                <a16:creationId xmlns:a16="http://schemas.microsoft.com/office/drawing/2014/main" id="{CE2B7FCE-0DE8-1931-B5BD-6A5C0A30C603}"/>
              </a:ext>
            </a:extLst>
          </p:cNvPr>
          <p:cNvSpPr>
            <a:spLocks noGrp="1" noChangeArrowheads="1"/>
          </p:cNvSpPr>
          <p:nvPr>
            <p:ph type="body" idx="1"/>
          </p:nvPr>
        </p:nvSpPr>
        <p:spPr/>
        <p:txBody>
          <a:bodyPr/>
          <a:lstStyle/>
          <a:p>
            <a:pPr eaLnBrk="1" hangingPunct="1"/>
            <a:r>
              <a:rPr lang="en-US" altLang="en-US" sz="2000"/>
              <a:t>It is important to decorate your house for Halloween so that children can find who is giving out candy.  If your house isn’t decorated then kids won’t come to your house.</a:t>
            </a:r>
          </a:p>
          <a:p>
            <a:pPr eaLnBrk="1" hangingPunct="1"/>
            <a:r>
              <a:rPr lang="en-US" altLang="en-US" sz="2000"/>
              <a:t>Spooky decorations are fun, but they may scare the smaller kids away.</a:t>
            </a:r>
          </a:p>
          <a:p>
            <a:pPr eaLnBrk="1" hangingPunct="1"/>
            <a:r>
              <a:rPr lang="en-US" altLang="en-US" sz="2000"/>
              <a:t>Cheesy decorations can be found EVERYWHERE  and most people love them.  </a:t>
            </a:r>
          </a:p>
          <a:p>
            <a:pPr eaLnBrk="1" hangingPunct="1"/>
            <a:r>
              <a:rPr lang="en-US" altLang="en-US" sz="2000"/>
              <a:t>Funny decorations can be offensive to some so be careful.  Make sure they are politically correct and clean.</a:t>
            </a:r>
          </a:p>
          <a:p>
            <a:pPr eaLnBrk="1" hangingPunct="1"/>
            <a:r>
              <a:rPr lang="en-US" altLang="en-US" sz="200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3875412-C0E2-607E-3C8A-DC6D359CDCF8}"/>
              </a:ext>
            </a:extLst>
          </p:cNvPr>
          <p:cNvSpPr>
            <a:spLocks noGrp="1" noChangeArrowheads="1"/>
          </p:cNvSpPr>
          <p:nvPr>
            <p:ph type="title"/>
          </p:nvPr>
        </p:nvSpPr>
        <p:spPr>
          <a:xfrm>
            <a:off x="0" y="152400"/>
            <a:ext cx="9144000" cy="1143000"/>
          </a:xfrm>
        </p:spPr>
        <p:txBody>
          <a:bodyPr/>
          <a:lstStyle/>
          <a:p>
            <a:pPr eaLnBrk="1" hangingPunct="1"/>
            <a:r>
              <a:rPr lang="en-US" altLang="en-US"/>
              <a:t>Halloween Decorations</a:t>
            </a:r>
          </a:p>
        </p:txBody>
      </p:sp>
      <p:sp>
        <p:nvSpPr>
          <p:cNvPr id="8195" name="Rectangle 3">
            <a:extLst>
              <a:ext uri="{FF2B5EF4-FFF2-40B4-BE49-F238E27FC236}">
                <a16:creationId xmlns:a16="http://schemas.microsoft.com/office/drawing/2014/main" id="{4ABF9D21-8403-6C8C-744A-E8D3076AD8B2}"/>
              </a:ext>
            </a:extLst>
          </p:cNvPr>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a:t>Importance</a:t>
            </a:r>
          </a:p>
          <a:p>
            <a:pPr lvl="1" eaLnBrk="1" hangingPunct="1">
              <a:lnSpc>
                <a:spcPct val="80000"/>
              </a:lnSpc>
            </a:pPr>
            <a:r>
              <a:rPr lang="en-US" altLang="en-US" sz="2000"/>
              <a:t>Spirit</a:t>
            </a:r>
          </a:p>
          <a:p>
            <a:pPr lvl="1" eaLnBrk="1" hangingPunct="1">
              <a:lnSpc>
                <a:spcPct val="80000"/>
              </a:lnSpc>
            </a:pPr>
            <a:r>
              <a:rPr lang="en-US" altLang="en-US" sz="2000"/>
              <a:t>Marking your house</a:t>
            </a:r>
          </a:p>
          <a:p>
            <a:pPr eaLnBrk="1" hangingPunct="1">
              <a:lnSpc>
                <a:spcPct val="80000"/>
              </a:lnSpc>
            </a:pPr>
            <a:r>
              <a:rPr lang="en-US" altLang="en-US" sz="2400"/>
              <a:t>Types of Decorations</a:t>
            </a:r>
          </a:p>
          <a:p>
            <a:pPr lvl="1" eaLnBrk="1" hangingPunct="1">
              <a:lnSpc>
                <a:spcPct val="80000"/>
              </a:lnSpc>
            </a:pPr>
            <a:r>
              <a:rPr lang="en-US" altLang="en-US" sz="2000"/>
              <a:t>Spooky</a:t>
            </a:r>
          </a:p>
          <a:p>
            <a:pPr lvl="2" eaLnBrk="1" hangingPunct="1">
              <a:lnSpc>
                <a:spcPct val="80000"/>
              </a:lnSpc>
            </a:pPr>
            <a:r>
              <a:rPr lang="en-US" altLang="en-US" sz="1800"/>
              <a:t>Frightening</a:t>
            </a:r>
          </a:p>
          <a:p>
            <a:pPr lvl="2" eaLnBrk="1" hangingPunct="1">
              <a:lnSpc>
                <a:spcPct val="80000"/>
              </a:lnSpc>
            </a:pPr>
            <a:r>
              <a:rPr lang="en-US" altLang="en-US" sz="1800"/>
              <a:t>Hard to find</a:t>
            </a:r>
          </a:p>
          <a:p>
            <a:pPr lvl="1" eaLnBrk="1" hangingPunct="1">
              <a:lnSpc>
                <a:spcPct val="80000"/>
              </a:lnSpc>
            </a:pPr>
            <a:r>
              <a:rPr lang="en-US" altLang="en-US" sz="2000"/>
              <a:t>Cheesy</a:t>
            </a:r>
          </a:p>
          <a:p>
            <a:pPr lvl="2" eaLnBrk="1" hangingPunct="1">
              <a:lnSpc>
                <a:spcPct val="80000"/>
              </a:lnSpc>
            </a:pPr>
            <a:r>
              <a:rPr lang="en-US" altLang="en-US" sz="1800"/>
              <a:t>Cheap</a:t>
            </a:r>
          </a:p>
          <a:p>
            <a:pPr lvl="2" eaLnBrk="1" hangingPunct="1">
              <a:lnSpc>
                <a:spcPct val="80000"/>
              </a:lnSpc>
            </a:pPr>
            <a:r>
              <a:rPr lang="en-US" altLang="en-US" sz="1800"/>
              <a:t>Easy to find</a:t>
            </a:r>
          </a:p>
          <a:p>
            <a:pPr lvl="2" eaLnBrk="1" hangingPunct="1">
              <a:lnSpc>
                <a:spcPct val="80000"/>
              </a:lnSpc>
            </a:pPr>
            <a:r>
              <a:rPr lang="en-US" altLang="en-US" sz="1800"/>
              <a:t>Loved by all	</a:t>
            </a:r>
          </a:p>
          <a:p>
            <a:pPr lvl="1" eaLnBrk="1" hangingPunct="1">
              <a:lnSpc>
                <a:spcPct val="80000"/>
              </a:lnSpc>
            </a:pPr>
            <a:r>
              <a:rPr lang="en-US" altLang="en-US" sz="2000"/>
              <a:t>Funny </a:t>
            </a:r>
          </a:p>
          <a:p>
            <a:pPr lvl="2" eaLnBrk="1" hangingPunct="1">
              <a:lnSpc>
                <a:spcPct val="80000"/>
              </a:lnSpc>
            </a:pPr>
            <a:r>
              <a:rPr lang="en-US" altLang="en-US" sz="1800"/>
              <a:t>Can be offensive</a:t>
            </a:r>
          </a:p>
          <a:p>
            <a:pPr lvl="1" eaLnBrk="1" hangingPunct="1">
              <a:lnSpc>
                <a:spcPct val="80000"/>
              </a:lnSpc>
            </a:pPr>
            <a:r>
              <a:rPr lang="en-US" altLang="en-US" sz="2000"/>
              <a:t>Homemade </a:t>
            </a:r>
          </a:p>
          <a:p>
            <a:pPr lvl="2" eaLnBrk="1" hangingPunct="1">
              <a:lnSpc>
                <a:spcPct val="80000"/>
              </a:lnSpc>
            </a:pPr>
            <a:r>
              <a:rPr lang="en-US" altLang="en-US" sz="1800"/>
              <a:t>Cheap</a:t>
            </a:r>
          </a:p>
          <a:p>
            <a:pPr lvl="2" eaLnBrk="1" hangingPunct="1">
              <a:lnSpc>
                <a:spcPct val="80000"/>
              </a:lnSpc>
            </a:pPr>
            <a:r>
              <a:rPr lang="en-US" altLang="en-US" sz="1800"/>
              <a:t>Fun to make</a:t>
            </a:r>
          </a:p>
          <a:p>
            <a:pPr lvl="2" eaLnBrk="1" hangingPunct="1">
              <a:lnSpc>
                <a:spcPct val="80000"/>
              </a:lnSpc>
            </a:pPr>
            <a:r>
              <a:rPr lang="en-US" altLang="en-US" sz="1800"/>
              <a:t>Variety</a:t>
            </a:r>
          </a:p>
        </p:txBody>
      </p:sp>
      <p:pic>
        <p:nvPicPr>
          <p:cNvPr id="20484" name="Picture 4" descr="Pumpkin1">
            <a:extLst>
              <a:ext uri="{FF2B5EF4-FFF2-40B4-BE49-F238E27FC236}">
                <a16:creationId xmlns:a16="http://schemas.microsoft.com/office/drawing/2014/main" id="{76E78B21-4BE7-5FC7-54C2-1FEB84A5F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a:extLst>
              <a:ext uri="{FF2B5EF4-FFF2-40B4-BE49-F238E27FC236}">
                <a16:creationId xmlns:a16="http://schemas.microsoft.com/office/drawing/2014/main" id="{2352D59A-61B0-01F8-B14E-6462F7CDC8BB}"/>
              </a:ext>
            </a:extLst>
          </p:cNvPr>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D7CAB2E-74BB-AE5B-4543-CEA0063EF567}"/>
              </a:ext>
            </a:extLst>
          </p:cNvPr>
          <p:cNvSpPr>
            <a:spLocks noGrp="1" noChangeArrowheads="1"/>
          </p:cNvSpPr>
          <p:nvPr>
            <p:ph type="title"/>
          </p:nvPr>
        </p:nvSpPr>
        <p:spPr/>
        <p:txBody>
          <a:bodyPr/>
          <a:lstStyle/>
          <a:p>
            <a:pPr eaLnBrk="1" hangingPunct="1"/>
            <a:r>
              <a:rPr lang="en-US" altLang="en-US"/>
              <a:t>Plasmodium Life Cycle</a:t>
            </a:r>
          </a:p>
        </p:txBody>
      </p:sp>
      <p:pic>
        <p:nvPicPr>
          <p:cNvPr id="21507" name="Picture 11" descr="lifecycle">
            <a:hlinkClick r:id="rId4"/>
            <a:extLst>
              <a:ext uri="{FF2B5EF4-FFF2-40B4-BE49-F238E27FC236}">
                <a16:creationId xmlns:a16="http://schemas.microsoft.com/office/drawing/2014/main" id="{EAF8A44D-8F5E-72BA-0767-E95458083244}"/>
              </a:ext>
            </a:extLst>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a:extLst>
              <a:ext uri="{FF2B5EF4-FFF2-40B4-BE49-F238E27FC236}">
                <a16:creationId xmlns:a16="http://schemas.microsoft.com/office/drawing/2014/main" id="{A0FE6FE1-1B88-6C60-960B-CF95451C5F3C}"/>
              </a:ext>
            </a:extLst>
          </p:cNvPr>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A3E37A9-076E-5FA4-270D-9E8AC15805FD}"/>
              </a:ext>
            </a:extLst>
          </p:cNvPr>
          <p:cNvSpPr>
            <a:spLocks noGrp="1" noChangeArrowheads="1"/>
          </p:cNvSpPr>
          <p:nvPr>
            <p:ph type="title"/>
          </p:nvPr>
        </p:nvSpPr>
        <p:spPr/>
        <p:txBody>
          <a:bodyPr/>
          <a:lstStyle/>
          <a:p>
            <a:pPr eaLnBrk="1" hangingPunct="1"/>
            <a:r>
              <a:rPr lang="en-US" altLang="en-US"/>
              <a:t>Plasmodium Life Cycle</a:t>
            </a:r>
          </a:p>
        </p:txBody>
      </p:sp>
      <p:sp>
        <p:nvSpPr>
          <p:cNvPr id="22531" name="Rectangle 3">
            <a:extLst>
              <a:ext uri="{FF2B5EF4-FFF2-40B4-BE49-F238E27FC236}">
                <a16:creationId xmlns:a16="http://schemas.microsoft.com/office/drawing/2014/main" id="{305D0FED-824E-99D2-0DCE-EA7ADADC93AE}"/>
              </a:ext>
            </a:extLst>
          </p:cNvPr>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a:t>Mosquito bite</a:t>
            </a:r>
          </a:p>
          <a:p>
            <a:pPr eaLnBrk="1" hangingPunct="1">
              <a:lnSpc>
                <a:spcPct val="90000"/>
              </a:lnSpc>
            </a:pPr>
            <a:r>
              <a:rPr lang="en-US" altLang="en-US" sz="2000"/>
              <a:t>Sporozoites enter blood</a:t>
            </a:r>
          </a:p>
          <a:p>
            <a:pPr eaLnBrk="1" hangingPunct="1">
              <a:lnSpc>
                <a:spcPct val="90000"/>
              </a:lnSpc>
            </a:pPr>
            <a:r>
              <a:rPr lang="en-US" altLang="en-US" sz="2000"/>
              <a:t>Travel to liver</a:t>
            </a:r>
          </a:p>
          <a:p>
            <a:pPr lvl="1" eaLnBrk="1" hangingPunct="1">
              <a:lnSpc>
                <a:spcPct val="90000"/>
              </a:lnSpc>
            </a:pPr>
            <a:r>
              <a:rPr lang="en-US" altLang="en-US" sz="1800"/>
              <a:t>Hepatocytes</a:t>
            </a:r>
          </a:p>
          <a:p>
            <a:pPr lvl="1" eaLnBrk="1" hangingPunct="1">
              <a:lnSpc>
                <a:spcPct val="90000"/>
              </a:lnSpc>
            </a:pPr>
            <a:r>
              <a:rPr lang="en-US" altLang="en-US" sz="1800"/>
              <a:t>Asexual growth</a:t>
            </a:r>
          </a:p>
          <a:p>
            <a:pPr lvl="2" eaLnBrk="1" hangingPunct="1">
              <a:lnSpc>
                <a:spcPct val="90000"/>
              </a:lnSpc>
            </a:pPr>
            <a:r>
              <a:rPr lang="en-US" altLang="en-US" sz="1600">
                <a:sym typeface="Wingdings" pitchFamily="2" charset="2"/>
              </a:rPr>
              <a:t>Schizonts </a:t>
            </a:r>
            <a:r>
              <a:rPr lang="en-US" altLang="en-US" sz="1600">
                <a:sym typeface="Wingdings 3" pitchFamily="2" charset="2"/>
              </a:rPr>
              <a:t></a:t>
            </a:r>
            <a:r>
              <a:rPr lang="en-US" altLang="en-US" sz="1600">
                <a:sym typeface="Wingdings" pitchFamily="2" charset="2"/>
              </a:rPr>
              <a:t> merozoites</a:t>
            </a:r>
          </a:p>
          <a:p>
            <a:pPr lvl="1" eaLnBrk="1" hangingPunct="1">
              <a:lnSpc>
                <a:spcPct val="90000"/>
              </a:lnSpc>
            </a:pPr>
            <a:r>
              <a:rPr lang="en-US" altLang="en-US" sz="1800"/>
              <a:t>Merozoites to blood</a:t>
            </a:r>
          </a:p>
          <a:p>
            <a:pPr eaLnBrk="1" hangingPunct="1">
              <a:lnSpc>
                <a:spcPct val="90000"/>
              </a:lnSpc>
            </a:pPr>
            <a:r>
              <a:rPr lang="en-US" altLang="en-US" sz="2000"/>
              <a:t>Merozoa to blood</a:t>
            </a:r>
          </a:p>
          <a:p>
            <a:pPr lvl="1" eaLnBrk="1" hangingPunct="1">
              <a:lnSpc>
                <a:spcPct val="90000"/>
              </a:lnSpc>
            </a:pPr>
            <a:r>
              <a:rPr lang="en-US" altLang="en-US" sz="1800"/>
              <a:t>Infect RBC</a:t>
            </a:r>
          </a:p>
          <a:p>
            <a:pPr lvl="2" eaLnBrk="1" hangingPunct="1">
              <a:lnSpc>
                <a:spcPct val="90000"/>
              </a:lnSpc>
            </a:pPr>
            <a:r>
              <a:rPr lang="en-US" altLang="en-US" sz="1600">
                <a:sym typeface="Wingdings" pitchFamily="2" charset="2"/>
              </a:rPr>
              <a:t>Release trophozoites, merozoites, schizonts</a:t>
            </a:r>
            <a:endParaRPr lang="en-US" altLang="en-US" sz="1600"/>
          </a:p>
          <a:p>
            <a:pPr lvl="1" eaLnBrk="1" hangingPunct="1">
              <a:lnSpc>
                <a:spcPct val="90000"/>
              </a:lnSpc>
            </a:pPr>
            <a:r>
              <a:rPr lang="en-US" altLang="en-US" sz="1800"/>
              <a:t>Merozoite transformation</a:t>
            </a:r>
          </a:p>
          <a:p>
            <a:pPr lvl="2" eaLnBrk="1" hangingPunct="1">
              <a:lnSpc>
                <a:spcPct val="90000"/>
              </a:lnSpc>
            </a:pPr>
            <a:r>
              <a:rPr lang="en-US" altLang="en-US" sz="1600"/>
              <a:t>Gametocytes</a:t>
            </a:r>
          </a:p>
          <a:p>
            <a:pPr eaLnBrk="1" hangingPunct="1">
              <a:lnSpc>
                <a:spcPct val="90000"/>
              </a:lnSpc>
            </a:pPr>
            <a:r>
              <a:rPr lang="en-US" altLang="en-US" sz="2000"/>
              <a:t>Passed to new mosquito</a:t>
            </a:r>
          </a:p>
          <a:p>
            <a:pPr lvl="1" eaLnBrk="1" hangingPunct="1">
              <a:lnSpc>
                <a:spcPct val="90000"/>
              </a:lnSpc>
            </a:pPr>
            <a:r>
              <a:rPr lang="en-US" altLang="en-US" sz="1800"/>
              <a:t>Sexual cycle</a:t>
            </a:r>
          </a:p>
        </p:txBody>
      </p:sp>
      <p:sp>
        <p:nvSpPr>
          <p:cNvPr id="22532" name="Rectangle 4">
            <a:extLst>
              <a:ext uri="{FF2B5EF4-FFF2-40B4-BE49-F238E27FC236}">
                <a16:creationId xmlns:a16="http://schemas.microsoft.com/office/drawing/2014/main" id="{6CF37077-E3EB-C11E-AE17-73C74667747A}"/>
              </a:ext>
            </a:extLst>
          </p:cNvPr>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a:extLst>
              <a:ext uri="{FF2B5EF4-FFF2-40B4-BE49-F238E27FC236}">
                <a16:creationId xmlns:a16="http://schemas.microsoft.com/office/drawing/2014/main" id="{FDAD250F-8E46-EDB4-52C8-DE17ED424AFA}"/>
              </a:ext>
            </a:extLst>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6838F5F-D77F-A185-8897-F969F8C47ACA}"/>
              </a:ext>
            </a:extLst>
          </p:cNvPr>
          <p:cNvSpPr>
            <a:spLocks noGrp="1" noChangeArrowheads="1"/>
          </p:cNvSpPr>
          <p:nvPr>
            <p:ph type="title"/>
          </p:nvPr>
        </p:nvSpPr>
        <p:spPr>
          <a:xfrm>
            <a:off x="685800" y="381000"/>
            <a:ext cx="7772400" cy="1143000"/>
          </a:xfrm>
        </p:spPr>
        <p:txBody>
          <a:bodyPr/>
          <a:lstStyle/>
          <a:p>
            <a:pPr eaLnBrk="1" hangingPunct="1"/>
            <a:r>
              <a:rPr lang="en-US" altLang="en-US"/>
              <a:t>Summary of Helpful Points</a:t>
            </a:r>
          </a:p>
        </p:txBody>
      </p:sp>
      <p:sp>
        <p:nvSpPr>
          <p:cNvPr id="23555" name="Rectangle 3">
            <a:extLst>
              <a:ext uri="{FF2B5EF4-FFF2-40B4-BE49-F238E27FC236}">
                <a16:creationId xmlns:a16="http://schemas.microsoft.com/office/drawing/2014/main" id="{CA18B98E-E975-CC6B-DF24-A0888B929DC9}"/>
              </a:ext>
            </a:extLst>
          </p:cNvPr>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a:t>Fewer words on slides</a:t>
            </a:r>
          </a:p>
          <a:p>
            <a:pPr eaLnBrk="1" hangingPunct="1">
              <a:lnSpc>
                <a:spcPct val="80000"/>
              </a:lnSpc>
            </a:pPr>
            <a:r>
              <a:rPr lang="en-US" altLang="en-US" sz="2400"/>
              <a:t>A picture says a thousand words</a:t>
            </a:r>
          </a:p>
          <a:p>
            <a:pPr eaLnBrk="1" hangingPunct="1">
              <a:lnSpc>
                <a:spcPct val="80000"/>
              </a:lnSpc>
            </a:pPr>
            <a:r>
              <a:rPr lang="en-US" altLang="en-US" sz="2400"/>
              <a:t>Don’t read the slides</a:t>
            </a:r>
          </a:p>
          <a:p>
            <a:pPr eaLnBrk="1" hangingPunct="1">
              <a:lnSpc>
                <a:spcPct val="80000"/>
              </a:lnSpc>
            </a:pPr>
            <a:r>
              <a:rPr lang="en-US" altLang="en-US" sz="2400"/>
              <a:t>Use correct grammar and spelling</a:t>
            </a:r>
          </a:p>
          <a:p>
            <a:pPr eaLnBrk="1" hangingPunct="1">
              <a:lnSpc>
                <a:spcPct val="80000"/>
              </a:lnSpc>
            </a:pPr>
            <a:r>
              <a:rPr lang="en-US" altLang="en-US" sz="2400"/>
              <a:t>Animation</a:t>
            </a:r>
          </a:p>
          <a:p>
            <a:pPr lvl="1" eaLnBrk="1" hangingPunct="1">
              <a:lnSpc>
                <a:spcPct val="80000"/>
              </a:lnSpc>
            </a:pPr>
            <a:r>
              <a:rPr lang="en-US" altLang="en-US" sz="2000"/>
              <a:t>Often helpful, but not always necessary</a:t>
            </a:r>
          </a:p>
          <a:p>
            <a:pPr eaLnBrk="1" hangingPunct="1">
              <a:lnSpc>
                <a:spcPct val="80000"/>
              </a:lnSpc>
            </a:pPr>
            <a:r>
              <a:rPr lang="en-US" altLang="en-US" sz="2400"/>
              <a:t>Explain your graphics</a:t>
            </a:r>
          </a:p>
          <a:p>
            <a:pPr eaLnBrk="1" hangingPunct="1">
              <a:lnSpc>
                <a:spcPct val="80000"/>
              </a:lnSpc>
            </a:pPr>
            <a:r>
              <a:rPr lang="en-US" altLang="en-US" sz="2400"/>
              <a:t>Keep slides in order; don’t flip back and forth</a:t>
            </a:r>
          </a:p>
          <a:p>
            <a:pPr lvl="1" eaLnBrk="1" hangingPunct="1">
              <a:lnSpc>
                <a:spcPct val="80000"/>
              </a:lnSpc>
            </a:pPr>
            <a:r>
              <a:rPr lang="en-US" altLang="en-US" sz="2000"/>
              <a:t>Repeat slides if necessary</a:t>
            </a:r>
          </a:p>
          <a:p>
            <a:pPr eaLnBrk="1" hangingPunct="1">
              <a:lnSpc>
                <a:spcPct val="80000"/>
              </a:lnSpc>
            </a:pPr>
            <a:r>
              <a:rPr lang="en-US" altLang="en-US" sz="2400"/>
              <a:t>Point things out</a:t>
            </a:r>
            <a:r>
              <a:rPr lang="en-US" altLang="en-US" sz="2400">
                <a:sym typeface="Wingdings" pitchFamily="2" charset="2"/>
              </a:rPr>
              <a:t> using laser pointer, stick, whatever</a:t>
            </a:r>
            <a:endParaRPr lang="en-US" altLang="en-US" sz="2400"/>
          </a:p>
          <a:p>
            <a:pPr eaLnBrk="1" hangingPunct="1">
              <a:lnSpc>
                <a:spcPct val="80000"/>
              </a:lnSpc>
            </a:pPr>
            <a:r>
              <a:rPr lang="en-US" altLang="en-US" sz="2400"/>
              <a:t>Make eye contact (with everyone)</a:t>
            </a:r>
          </a:p>
          <a:p>
            <a:pPr eaLnBrk="1" hangingPunct="1">
              <a:lnSpc>
                <a:spcPct val="80000"/>
              </a:lnSpc>
            </a:pPr>
            <a:r>
              <a:rPr lang="en-US" altLang="en-US" sz="2400"/>
              <a:t>Don’t turn your back on the audience</a:t>
            </a:r>
          </a:p>
          <a:p>
            <a:pPr eaLnBrk="1" hangingPunct="1">
              <a:lnSpc>
                <a:spcPct val="80000"/>
              </a:lnSpc>
            </a:pPr>
            <a:r>
              <a:rPr lang="en-US" altLang="en-US" sz="240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3D73E42-E7DF-C652-945E-2AC2766D1434}"/>
              </a:ext>
            </a:extLst>
          </p:cNvPr>
          <p:cNvSpPr>
            <a:spLocks noGrp="1" noChangeArrowheads="1"/>
          </p:cNvSpPr>
          <p:nvPr>
            <p:ph type="title"/>
          </p:nvPr>
        </p:nvSpPr>
        <p:spPr>
          <a:xfrm>
            <a:off x="685800" y="381000"/>
            <a:ext cx="7772400" cy="1143000"/>
          </a:xfrm>
        </p:spPr>
        <p:txBody>
          <a:bodyPr/>
          <a:lstStyle/>
          <a:p>
            <a:pPr eaLnBrk="1" hangingPunct="1"/>
            <a:r>
              <a:rPr lang="en-US" altLang="en-US"/>
              <a:t>Summary of Helpful Points</a:t>
            </a:r>
          </a:p>
        </p:txBody>
      </p:sp>
      <p:sp>
        <p:nvSpPr>
          <p:cNvPr id="24579" name="Rectangle 3">
            <a:extLst>
              <a:ext uri="{FF2B5EF4-FFF2-40B4-BE49-F238E27FC236}">
                <a16:creationId xmlns:a16="http://schemas.microsoft.com/office/drawing/2014/main" id="{EC14A81B-3F5F-4320-9443-3D77A1271EBE}"/>
              </a:ext>
            </a:extLst>
          </p:cNvPr>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a:t>Speak in a clear, loud voice </a:t>
            </a:r>
          </a:p>
          <a:p>
            <a:pPr lvl="1" eaLnBrk="1" hangingPunct="1">
              <a:lnSpc>
                <a:spcPct val="80000"/>
              </a:lnSpc>
            </a:pPr>
            <a:r>
              <a:rPr lang="en-US" altLang="en-US" sz="2000"/>
              <a:t>Don’t trail off </a:t>
            </a:r>
          </a:p>
          <a:p>
            <a:pPr eaLnBrk="1" hangingPunct="1">
              <a:lnSpc>
                <a:spcPct val="80000"/>
              </a:lnSpc>
            </a:pPr>
            <a:r>
              <a:rPr lang="en-US" altLang="en-US" sz="2400"/>
              <a:t>Slow down and think about what you are saying</a:t>
            </a:r>
          </a:p>
          <a:p>
            <a:pPr eaLnBrk="1" hangingPunct="1">
              <a:lnSpc>
                <a:spcPct val="80000"/>
              </a:lnSpc>
            </a:pPr>
            <a:r>
              <a:rPr lang="en-US" altLang="en-US" sz="2400"/>
              <a:t>Practice your presentation</a:t>
            </a:r>
          </a:p>
          <a:p>
            <a:pPr lvl="1" eaLnBrk="1" hangingPunct="1">
              <a:lnSpc>
                <a:spcPct val="80000"/>
              </a:lnSpc>
            </a:pPr>
            <a:r>
              <a:rPr lang="en-US" altLang="en-US" sz="2000"/>
              <a:t>Helps to avoid “um”, “okay”, etc.</a:t>
            </a:r>
          </a:p>
          <a:p>
            <a:pPr lvl="1" eaLnBrk="1" hangingPunct="1">
              <a:lnSpc>
                <a:spcPct val="80000"/>
              </a:lnSpc>
            </a:pPr>
            <a:r>
              <a:rPr lang="en-US" altLang="en-US" sz="2000"/>
              <a:t>Helps pacing for time allotted</a:t>
            </a:r>
          </a:p>
          <a:p>
            <a:pPr lvl="1" eaLnBrk="1" hangingPunct="1">
              <a:lnSpc>
                <a:spcPct val="80000"/>
              </a:lnSpc>
            </a:pPr>
            <a:r>
              <a:rPr lang="en-US" altLang="en-US" sz="2000"/>
              <a:t>Helps with pronunciation</a:t>
            </a:r>
          </a:p>
          <a:p>
            <a:pPr lvl="1" eaLnBrk="1" hangingPunct="1">
              <a:lnSpc>
                <a:spcPct val="80000"/>
              </a:lnSpc>
            </a:pPr>
            <a:r>
              <a:rPr lang="en-US" altLang="en-US" sz="2000"/>
              <a:t>Don’t memorize (sounds scripted) </a:t>
            </a:r>
          </a:p>
          <a:p>
            <a:pPr eaLnBrk="1" hangingPunct="1">
              <a:lnSpc>
                <a:spcPct val="80000"/>
              </a:lnSpc>
            </a:pPr>
            <a:r>
              <a:rPr lang="en-US" altLang="en-US" sz="2400"/>
              <a:t>Engage your audience </a:t>
            </a:r>
          </a:p>
          <a:p>
            <a:pPr eaLnBrk="1" hangingPunct="1">
              <a:lnSpc>
                <a:spcPct val="80000"/>
              </a:lnSpc>
            </a:pPr>
            <a:r>
              <a:rPr lang="en-US" altLang="en-US" sz="2400"/>
              <a:t>When asking a question, if asked repeat it IN A DIFFERENT WAY (they obviously didn’t get it the first time) </a:t>
            </a:r>
          </a:p>
          <a:p>
            <a:pPr eaLnBrk="1" hangingPunct="1">
              <a:lnSpc>
                <a:spcPct val="80000"/>
              </a:lnSpc>
            </a:pPr>
            <a:r>
              <a:rPr lang="en-US" altLang="en-US" sz="2400"/>
              <a:t>Answer any questions and if you don’t know, you don’t know!!! </a:t>
            </a:r>
          </a:p>
          <a:p>
            <a:pPr eaLnBrk="1" hangingPunct="1">
              <a:lnSpc>
                <a:spcPct val="80000"/>
              </a:lnSpc>
            </a:pPr>
            <a:r>
              <a:rPr lang="en-US" altLang="en-US" sz="2400"/>
              <a:t>If you don’t understand a question ask for a repeat</a:t>
            </a:r>
          </a:p>
          <a:p>
            <a:pPr eaLnBrk="1" hangingPunct="1">
              <a:lnSpc>
                <a:spcPct val="80000"/>
              </a:lnSpc>
            </a:pPr>
            <a:endParaRPr lang="en-US" altLang="en-US" sz="2400"/>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9B65611-8A28-9432-A8AF-0B932573CBF4}"/>
              </a:ext>
            </a:extLst>
          </p:cNvPr>
          <p:cNvSpPr>
            <a:spLocks noGrp="1" noChangeArrowheads="1"/>
          </p:cNvSpPr>
          <p:nvPr>
            <p:ph type="title"/>
          </p:nvPr>
        </p:nvSpPr>
        <p:spPr>
          <a:xfrm>
            <a:off x="762000" y="2057400"/>
            <a:ext cx="7315200" cy="2514600"/>
          </a:xfrm>
        </p:spPr>
        <p:txBody>
          <a:bodyPr/>
          <a:lstStyle/>
          <a:p>
            <a:pPr eaLnBrk="1" hangingPunct="1"/>
            <a:r>
              <a:rPr lang="en-US" altLang="en-US" sz="480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902BA57-5B99-EE43-8106-20A6C2EAB6A3}"/>
              </a:ext>
            </a:extLst>
          </p:cNvPr>
          <p:cNvSpPr>
            <a:spLocks noGrp="1" noChangeArrowheads="1"/>
          </p:cNvSpPr>
          <p:nvPr>
            <p:ph type="title"/>
          </p:nvPr>
        </p:nvSpPr>
        <p:spPr/>
        <p:txBody>
          <a:bodyPr/>
          <a:lstStyle/>
          <a:p>
            <a:pPr eaLnBrk="1" hangingPunct="1"/>
            <a:r>
              <a:rPr lang="en-US" altLang="en-US" sz="4000"/>
              <a:t>THE CENTRAL DOGMA OF MOLECULAR BIOLOGY</a:t>
            </a:r>
          </a:p>
        </p:txBody>
      </p:sp>
      <p:sp>
        <p:nvSpPr>
          <p:cNvPr id="26627" name="Rectangle 3">
            <a:extLst>
              <a:ext uri="{FF2B5EF4-FFF2-40B4-BE49-F238E27FC236}">
                <a16:creationId xmlns:a16="http://schemas.microsoft.com/office/drawing/2014/main" id="{89874067-B067-BAD1-0235-1E1202BD70DC}"/>
              </a:ext>
            </a:extLst>
          </p:cNvPr>
          <p:cNvSpPr>
            <a:spLocks noGrp="1" noChangeArrowheads="1"/>
          </p:cNvSpPr>
          <p:nvPr>
            <p:ph type="body" idx="1"/>
          </p:nvPr>
        </p:nvSpPr>
        <p:spPr/>
        <p:txBody>
          <a:bodyPr/>
          <a:lstStyle/>
          <a:p>
            <a:pPr marL="609600" indent="-609600" eaLnBrk="1" hangingPunct="1">
              <a:lnSpc>
                <a:spcPct val="80000"/>
              </a:lnSpc>
              <a:buFontTx/>
              <a:buNone/>
            </a:pPr>
            <a:r>
              <a:rPr lang="en-US" altLang="en-US" sz="2800"/>
              <a:t>Transcription of DNA to RNA to protein:</a:t>
            </a:r>
          </a:p>
          <a:p>
            <a:pPr marL="609600" indent="-609600" eaLnBrk="1" hangingPunct="1">
              <a:lnSpc>
                <a:spcPct val="80000"/>
              </a:lnSpc>
              <a:buFontTx/>
              <a:buNone/>
            </a:pPr>
            <a:r>
              <a:rPr lang="en-US" altLang="en-US" sz="2800"/>
              <a:t>1.The DNA replicates its information in a process</a:t>
            </a:r>
          </a:p>
          <a:p>
            <a:pPr marL="609600" indent="-609600" eaLnBrk="1" hangingPunct="1">
              <a:lnSpc>
                <a:spcPct val="80000"/>
              </a:lnSpc>
              <a:buFontTx/>
              <a:buNone/>
            </a:pPr>
            <a:r>
              <a:rPr lang="en-US" altLang="en-US" sz="2800"/>
              <a:t> that involves many enzymes: replication.</a:t>
            </a:r>
            <a:endParaRPr lang="en-US" altLang="en-US" sz="2800" u="sng">
              <a:solidFill>
                <a:schemeClr val="tx2"/>
              </a:solidFill>
            </a:endParaRPr>
          </a:p>
          <a:p>
            <a:pPr marL="609600" indent="-609600" eaLnBrk="1" hangingPunct="1">
              <a:lnSpc>
                <a:spcPct val="80000"/>
              </a:lnSpc>
              <a:buFontTx/>
              <a:buNone/>
            </a:pPr>
            <a:r>
              <a:rPr lang="en-US" altLang="en-US" sz="2800"/>
              <a:t>2. The DNA codes for the production of messenger RNA (mRNA) during</a:t>
            </a:r>
            <a:r>
              <a:rPr lang="en-US" altLang="en-US" sz="2800">
                <a:solidFill>
                  <a:schemeClr val="tx2"/>
                </a:solidFill>
              </a:rPr>
              <a:t> transcription.</a:t>
            </a:r>
            <a:endParaRPr lang="en-US" altLang="en-US" sz="2800"/>
          </a:p>
          <a:p>
            <a:pPr marL="609600" indent="-609600" eaLnBrk="1" hangingPunct="1">
              <a:lnSpc>
                <a:spcPct val="80000"/>
              </a:lnSpc>
              <a:buFontTx/>
              <a:buNone/>
            </a:pPr>
            <a:r>
              <a:rPr lang="en-US" altLang="en-US" sz="2800"/>
              <a:t>3. In eucaryotic cells, the mRNA is processed  and migrates from the nucleus to the cytoplasm.</a:t>
            </a:r>
          </a:p>
          <a:p>
            <a:pPr marL="609600" indent="-609600" eaLnBrk="1" hangingPunct="1">
              <a:lnSpc>
                <a:spcPct val="80000"/>
              </a:lnSpc>
              <a:buFontTx/>
              <a:buNone/>
            </a:pPr>
            <a:r>
              <a:rPr lang="en-US" altLang="en-US" sz="2800"/>
              <a:t>4. Messenger RNA carries coded information to ribosomes. The ribosomes "read" this information and use it for protein synthesis. This process is called translation.</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16D56D0B-481D-126D-1DC0-51CD17F4AE1C}"/>
              </a:ext>
            </a:extLst>
          </p:cNvPr>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a:t>Located approximately 25-30 bases pairs upstream of the transcriptional unti the TATA box is highly conserved sequence that works to help position RNA plms during initiation of transcription.</a:t>
            </a:r>
          </a:p>
        </p:txBody>
      </p:sp>
      <p:pic>
        <p:nvPicPr>
          <p:cNvPr id="27653" name="Picture 5" descr="0355">
            <a:extLst>
              <a:ext uri="{FF2B5EF4-FFF2-40B4-BE49-F238E27FC236}">
                <a16:creationId xmlns:a16="http://schemas.microsoft.com/office/drawing/2014/main" id="{048B063F-2840-5CFB-85AB-5A3C0FBA1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9CDE304F-4B46-9521-1E6F-2F66B302D95F}"/>
              </a:ext>
            </a:extLst>
          </p:cNvPr>
          <p:cNvSpPr>
            <a:spLocks noGrp="1"/>
          </p:cNvSpPr>
          <p:nvPr>
            <p:ph type="title"/>
          </p:nvPr>
        </p:nvSpPr>
        <p:spPr/>
        <p:txBody>
          <a:bodyPr/>
          <a:lstStyle/>
          <a:p>
            <a:pPr>
              <a:defRPr/>
            </a:pPr>
            <a:r>
              <a:rPr lang="en-US"/>
              <a:t>More Practice</a:t>
            </a:r>
          </a:p>
        </p:txBody>
      </p:sp>
      <p:sp>
        <p:nvSpPr>
          <p:cNvPr id="5" name="Footer Placeholder 4">
            <a:extLst>
              <a:ext uri="{FF2B5EF4-FFF2-40B4-BE49-F238E27FC236}">
                <a16:creationId xmlns:a16="http://schemas.microsoft.com/office/drawing/2014/main" id="{3796425F-3BB5-CFE7-7416-91B4D32DDABF}"/>
              </a:ext>
            </a:extLst>
          </p:cNvPr>
          <p:cNvSpPr>
            <a:spLocks noGrp="1"/>
          </p:cNvSpPr>
          <p:nvPr>
            <p:ph type="ftr" sz="quarter" idx="12"/>
          </p:nvPr>
        </p:nvSpPr>
        <p:spPr/>
        <p:txBody>
          <a:bodyPr/>
          <a:lstStyle/>
          <a:p>
            <a:pPr>
              <a:defRPr/>
            </a:pPr>
            <a:r>
              <a:rPr lang="en-US"/>
              <a:t>© 2009, Prentice-Hall, Inc.</a:t>
            </a:r>
          </a:p>
        </p:txBody>
      </p:sp>
      <p:sp>
        <p:nvSpPr>
          <p:cNvPr id="48132" name="Rectangle 5">
            <a:extLst>
              <a:ext uri="{FF2B5EF4-FFF2-40B4-BE49-F238E27FC236}">
                <a16:creationId xmlns:a16="http://schemas.microsoft.com/office/drawing/2014/main" id="{83D490F0-3658-D732-BC39-F2BC8E7C28FE}"/>
              </a:ext>
            </a:extLst>
          </p:cNvPr>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a:extLst>
              <a:ext uri="{FF2B5EF4-FFF2-40B4-BE49-F238E27FC236}">
                <a16:creationId xmlns:a16="http://schemas.microsoft.com/office/drawing/2014/main" id="{19E1D173-0835-ED29-2FE4-906D7EEA9CC6}"/>
              </a:ext>
            </a:extLst>
          </p:cNvPr>
          <p:cNvSpPr>
            <a:spLocks noGrp="1" noChangeArrowheads="1"/>
          </p:cNvSpPr>
          <p:nvPr>
            <p:ph type="title"/>
          </p:nvPr>
        </p:nvSpPr>
        <p:spPr>
          <a:xfrm>
            <a:off x="0" y="76200"/>
            <a:ext cx="9144000" cy="1143000"/>
          </a:xfrm>
        </p:spPr>
        <p:txBody>
          <a:bodyPr/>
          <a:lstStyle/>
          <a:p>
            <a:pPr eaLnBrk="1" hangingPunct="1">
              <a:defRPr/>
            </a:pPr>
            <a:r>
              <a:rPr lang="en-US">
                <a:effectLst>
                  <a:outerShdw blurRad="38100" dist="38100" dir="2700000" algn="tl">
                    <a:srgbClr val="010199"/>
                  </a:outerShdw>
                </a:effectLst>
              </a:rPr>
              <a:t>SOM Output</a:t>
            </a:r>
          </a:p>
        </p:txBody>
      </p:sp>
      <p:pic>
        <p:nvPicPr>
          <p:cNvPr id="29699" name="Picture 3">
            <a:extLst>
              <a:ext uri="{FF2B5EF4-FFF2-40B4-BE49-F238E27FC236}">
                <a16:creationId xmlns:a16="http://schemas.microsoft.com/office/drawing/2014/main" id="{32E4D4BB-78D2-10F7-CFE5-ACE0DFCA5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0442DE1A-FC80-F8C0-ABE1-4998DF942EDC}"/>
              </a:ext>
            </a:extLst>
          </p:cNvPr>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003CFD43-8D65-63F6-F73F-5321020146A1}"/>
              </a:ext>
            </a:extLst>
          </p:cNvPr>
          <p:cNvSpPr>
            <a:spLocks noGrp="1" noChangeArrowheads="1"/>
          </p:cNvSpPr>
          <p:nvPr>
            <p:ph type="title"/>
          </p:nvPr>
        </p:nvSpPr>
        <p:spPr>
          <a:xfrm>
            <a:off x="457200" y="292100"/>
            <a:ext cx="8229600" cy="871538"/>
          </a:xfrm>
        </p:spPr>
        <p:txBody>
          <a:bodyPr/>
          <a:lstStyle/>
          <a:p>
            <a:pPr eaLnBrk="1" hangingPunct="1">
              <a:defRPr/>
            </a:pPr>
            <a:r>
              <a:rPr lang="en-US" sz="2900" dirty="0"/>
              <a:t>URSIDAE (Bears)</a:t>
            </a:r>
            <a:r>
              <a:rPr lang="en-US" dirty="0"/>
              <a:t> </a:t>
            </a:r>
          </a:p>
        </p:txBody>
      </p:sp>
      <p:sp>
        <p:nvSpPr>
          <p:cNvPr id="323587" name="Rectangle 3">
            <a:extLst>
              <a:ext uri="{FF2B5EF4-FFF2-40B4-BE49-F238E27FC236}">
                <a16:creationId xmlns:a16="http://schemas.microsoft.com/office/drawing/2014/main" id="{7192A1CB-3FB2-A04C-9CE7-F07CB291E7D2}"/>
              </a:ext>
            </a:extLst>
          </p:cNvPr>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a:t>Large Size</a:t>
            </a:r>
            <a:r>
              <a:rPr lang="en-US" sz="1800" dirty="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a:p>
          <a:p>
            <a:pPr eaLnBrk="1" hangingPunct="1">
              <a:lnSpc>
                <a:spcPct val="80000"/>
              </a:lnSpc>
              <a:defRPr/>
            </a:pPr>
            <a:r>
              <a:rPr lang="en-US" sz="1800" b="1" dirty="0"/>
              <a:t>Powerful limbs and strong claws: </a:t>
            </a:r>
            <a:r>
              <a:rPr lang="en-US" sz="1800" dirty="0"/>
              <a:t>Bears have long, powerful limbs with strong claws used in climbing trees, digging and grubbing. The scapula has a post-scapular </a:t>
            </a:r>
            <a:r>
              <a:rPr lang="en-US" sz="1800" dirty="0" err="1"/>
              <a:t>fossa</a:t>
            </a:r>
            <a:r>
              <a:rPr lang="en-US" sz="1800" dirty="0"/>
              <a:t> for the attachment of the </a:t>
            </a:r>
            <a:r>
              <a:rPr lang="en-US" sz="1800" dirty="0" err="1"/>
              <a:t>subscapularis</a:t>
            </a:r>
            <a:r>
              <a:rPr lang="en-US" sz="1800" dirty="0"/>
              <a:t> minor muscle which prevents the </a:t>
            </a:r>
            <a:r>
              <a:rPr lang="en-US" sz="1800" dirty="0" err="1"/>
              <a:t>humeri</a:t>
            </a:r>
            <a:r>
              <a:rPr lang="en-US" sz="1800" dirty="0"/>
              <a:t> popping out of their joints as a bear hauls its large body weight up trees.</a:t>
            </a:r>
            <a:endParaRPr lang="en-US" sz="1800" b="1" dirty="0"/>
          </a:p>
          <a:p>
            <a:pPr eaLnBrk="1" hangingPunct="1">
              <a:lnSpc>
                <a:spcPct val="80000"/>
              </a:lnSpc>
              <a:defRPr/>
            </a:pPr>
            <a:r>
              <a:rPr lang="en-US" sz="1800" b="1" dirty="0"/>
              <a:t>Grinding Molars:</a:t>
            </a:r>
            <a:r>
              <a:rPr lang="en-US" sz="1800" dirty="0"/>
              <a:t> The premolars of bears are much smaller than other carnivores and often lost at old age. The molars are broadened and flattened for crushing and grinding up tough vegetable matter.</a:t>
            </a:r>
            <a:endParaRPr lang="en-US" sz="1800" b="1" dirty="0"/>
          </a:p>
          <a:p>
            <a:pPr eaLnBrk="1" hangingPunct="1">
              <a:lnSpc>
                <a:spcPct val="80000"/>
              </a:lnSpc>
              <a:defRPr/>
            </a:pPr>
            <a:r>
              <a:rPr lang="en-US" sz="1800" b="1" dirty="0"/>
              <a:t>Long Muzzle: </a:t>
            </a:r>
            <a:r>
              <a:rPr lang="en-US" sz="1800" dirty="0"/>
              <a:t>The long, powerful muzzle with its mobile snout and protruding lips are important for digging and grubbing. The long muzzle is also a place for olfactory epithelium which accounts for the excellent sense of smell.</a:t>
            </a:r>
            <a:endParaRPr lang="en-US" sz="1800" b="1" dirty="0"/>
          </a:p>
          <a:p>
            <a:pPr eaLnBrk="1" hangingPunct="1">
              <a:lnSpc>
                <a:spcPct val="80000"/>
              </a:lnSpc>
              <a:defRPr/>
            </a:pPr>
            <a:r>
              <a:rPr lang="en-US" sz="1800" b="1" dirty="0"/>
              <a:t>Vestigial Tail:</a:t>
            </a:r>
            <a:r>
              <a:rPr lang="en-US" sz="1800" dirty="0"/>
              <a:t> Unlike many other carnivores bears have a tail with no specialized function.</a:t>
            </a:r>
          </a:p>
        </p:txBody>
      </p:sp>
      <p:pic>
        <p:nvPicPr>
          <p:cNvPr id="31748" name="Picture 4" descr="SL00644_">
            <a:extLst>
              <a:ext uri="{FF2B5EF4-FFF2-40B4-BE49-F238E27FC236}">
                <a16:creationId xmlns:a16="http://schemas.microsoft.com/office/drawing/2014/main" id="{C0ECA84F-198F-145F-078C-86CECF81E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A3D96-D7E0-9F93-7AAB-9E675C260CA0}"/>
              </a:ext>
            </a:extLst>
          </p:cNvPr>
          <p:cNvSpPr>
            <a:spLocks noGrp="1"/>
          </p:cNvSpPr>
          <p:nvPr>
            <p:ph idx="1"/>
          </p:nvPr>
        </p:nvSpPr>
        <p:spPr>
          <a:xfrm>
            <a:off x="152400" y="1447800"/>
            <a:ext cx="8540750" cy="685800"/>
          </a:xfrm>
        </p:spPr>
        <p:txBody>
          <a:bodyPr/>
          <a:lstStyle/>
          <a:p>
            <a:pPr>
              <a:defRPr/>
            </a:pPr>
            <a:r>
              <a:rPr lang="en-US" dirty="0"/>
              <a:t>Example of bad animations</a:t>
            </a:r>
          </a:p>
        </p:txBody>
      </p:sp>
      <p:sp>
        <p:nvSpPr>
          <p:cNvPr id="4" name="Content Placeholder 2">
            <a:extLst>
              <a:ext uri="{FF2B5EF4-FFF2-40B4-BE49-F238E27FC236}">
                <a16:creationId xmlns:a16="http://schemas.microsoft.com/office/drawing/2014/main" id="{D11D1333-A1C6-423C-EA61-3F0AF1DA710A}"/>
              </a:ext>
            </a:extLst>
          </p:cNvPr>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a:extLst>
              <a:ext uri="{FF2B5EF4-FFF2-40B4-BE49-F238E27FC236}">
                <a16:creationId xmlns:a16="http://schemas.microsoft.com/office/drawing/2014/main" id="{13E0A2B1-23D7-84EF-195E-84A40AF1A4AD}"/>
              </a:ext>
            </a:extLst>
          </p:cNvPr>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a:extLst>
              <a:ext uri="{FF2B5EF4-FFF2-40B4-BE49-F238E27FC236}">
                <a16:creationId xmlns:a16="http://schemas.microsoft.com/office/drawing/2014/main" id="{6A413D1F-67A3-06BA-0BE8-81E57B7490F6}"/>
              </a:ext>
            </a:extLst>
          </p:cNvPr>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a:extLst>
              <a:ext uri="{FF2B5EF4-FFF2-40B4-BE49-F238E27FC236}">
                <a16:creationId xmlns:a16="http://schemas.microsoft.com/office/drawing/2014/main" id="{E3F0D703-332E-4872-CB0D-6063252CB91C}"/>
              </a:ext>
            </a:extLst>
          </p:cNvPr>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a:extLst>
              <a:ext uri="{FF2B5EF4-FFF2-40B4-BE49-F238E27FC236}">
                <a16:creationId xmlns:a16="http://schemas.microsoft.com/office/drawing/2014/main" id="{07DD22B3-EF73-EFBE-76D8-0643EDA78E07}"/>
              </a:ext>
            </a:extLst>
          </p:cNvPr>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a:extLst>
              <a:ext uri="{FF2B5EF4-FFF2-40B4-BE49-F238E27FC236}">
                <a16:creationId xmlns:a16="http://schemas.microsoft.com/office/drawing/2014/main" id="{39231F3B-2479-C483-4994-81C19B59619E}"/>
              </a:ext>
            </a:extLst>
          </p:cNvPr>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a:extLst>
              <a:ext uri="{FF2B5EF4-FFF2-40B4-BE49-F238E27FC236}">
                <a16:creationId xmlns:a16="http://schemas.microsoft.com/office/drawing/2014/main" id="{64E96CDB-51B5-7928-F210-A4A1F1C05F22}"/>
              </a:ext>
            </a:extLst>
          </p:cNvPr>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a:extLst>
              <a:ext uri="{FF2B5EF4-FFF2-40B4-BE49-F238E27FC236}">
                <a16:creationId xmlns:a16="http://schemas.microsoft.com/office/drawing/2014/main" id="{B47741CC-0D4E-D785-8786-F2688A2C08F1}"/>
              </a:ext>
            </a:extLst>
          </p:cNvPr>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a:extLst>
              <a:ext uri="{FF2B5EF4-FFF2-40B4-BE49-F238E27FC236}">
                <a16:creationId xmlns:a16="http://schemas.microsoft.com/office/drawing/2014/main" id="{56BFD450-DF8B-4A3C-967F-97614DD4F540}"/>
              </a:ext>
            </a:extLst>
          </p:cNvPr>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a:extLst>
              <a:ext uri="{FF2B5EF4-FFF2-40B4-BE49-F238E27FC236}">
                <a16:creationId xmlns:a16="http://schemas.microsoft.com/office/drawing/2014/main" id="{89495AD9-10E4-28EE-E33E-E23192406144}"/>
              </a:ext>
            </a:extLst>
          </p:cNvPr>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a:extLst>
              <a:ext uri="{FF2B5EF4-FFF2-40B4-BE49-F238E27FC236}">
                <a16:creationId xmlns:a16="http://schemas.microsoft.com/office/drawing/2014/main" id="{BE0B2C3C-2743-F914-67B9-8B781C604E5E}"/>
              </a:ext>
            </a:extLst>
          </p:cNvPr>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BD97FEA1-A31B-133B-1078-4761ACD9A9CC}"/>
              </a:ext>
            </a:extLst>
          </p:cNvPr>
          <p:cNvSpPr>
            <a:spLocks noGrp="1" noRot="1" noChangeArrowheads="1"/>
          </p:cNvSpPr>
          <p:nvPr>
            <p:ph type="title"/>
          </p:nvPr>
        </p:nvSpPr>
        <p:spPr/>
        <p:txBody>
          <a:bodyPr/>
          <a:lstStyle/>
          <a:p>
            <a:pPr eaLnBrk="1" hangingPunct="1">
              <a:defRPr/>
            </a:pPr>
            <a:r>
              <a:rPr lang="en-US"/>
              <a:t>BLUNT END VS. STICKY END</a:t>
            </a:r>
          </a:p>
        </p:txBody>
      </p:sp>
      <p:sp>
        <p:nvSpPr>
          <p:cNvPr id="220163" name="Rectangle 3">
            <a:extLst>
              <a:ext uri="{FF2B5EF4-FFF2-40B4-BE49-F238E27FC236}">
                <a16:creationId xmlns:a16="http://schemas.microsoft.com/office/drawing/2014/main" id="{7E263428-4193-7984-4910-D61D262990CF}"/>
              </a:ext>
            </a:extLst>
          </p:cNvPr>
          <p:cNvSpPr>
            <a:spLocks noGrp="1" noRot="1" noChangeArrowheads="1"/>
          </p:cNvSpPr>
          <p:nvPr>
            <p:ph type="body" idx="1"/>
          </p:nvPr>
        </p:nvSpPr>
        <p:spPr/>
        <p:txBody>
          <a:bodyPr/>
          <a:lstStyle/>
          <a:p>
            <a:pPr eaLnBrk="1" hangingPunct="1">
              <a:defRPr/>
            </a:pPr>
            <a:r>
              <a:rPr lang="en-US"/>
              <a:t>HaeIII and AluI cut straight across the double helix producing "blunt" ends. However, many restriction enzymes cut in an offset fashion. </a:t>
            </a:r>
          </a:p>
          <a:p>
            <a:pPr eaLnBrk="1" hangingPunct="1">
              <a:defRPr/>
            </a:pPr>
            <a:r>
              <a:rPr lang="en-US"/>
              <a:t>The ends of the cut have an overhanging piece of single-stranded DNA. These are called </a:t>
            </a:r>
            <a:r>
              <a:rPr lang="en-US" b="1"/>
              <a:t>"sticky ends" </a:t>
            </a:r>
            <a:r>
              <a:rPr lang="en-US"/>
              <a:t>because they are able to form with any base pair DNA molecule that contains the complementary sticky end. Any other source of DNA treated with the same enzyme will produce such molecules.</a:t>
            </a:r>
          </a:p>
          <a:p>
            <a:pPr eaLnBrk="1" hangingPunct="1">
              <a:buFont typeface="Wingdings" pitchFamily="2" charset="2"/>
              <a:buNone/>
              <a:defRPr/>
            </a:pPr>
            <a:endParaRPr lang="en-US"/>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8463400-608D-5A11-26C3-E1AABE24C419}"/>
              </a:ext>
            </a:extLst>
          </p:cNvPr>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a:extLst>
              <a:ext uri="{FF2B5EF4-FFF2-40B4-BE49-F238E27FC236}">
                <a16:creationId xmlns:a16="http://schemas.microsoft.com/office/drawing/2014/main" id="{30B73D9A-65CC-73B5-4BED-1FAF74006ADA}"/>
              </a:ext>
            </a:extLst>
          </p:cNvPr>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itchFamily="2" charset="2"/>
              <a:buNone/>
              <a:defRPr/>
            </a:pPr>
            <a:r>
              <a:rPr lang="en-US" sz="1000">
                <a:effectLst>
                  <a:outerShdw blurRad="38100" dist="38100" dir="2700000" algn="tl">
                    <a:srgbClr val="000000"/>
                  </a:outerShdw>
                </a:effectLst>
              </a:rPr>
              <a:t> </a:t>
            </a:r>
          </a:p>
        </p:txBody>
      </p:sp>
      <p:sp>
        <p:nvSpPr>
          <p:cNvPr id="44036" name="Rectangle 4">
            <a:extLst>
              <a:ext uri="{FF2B5EF4-FFF2-40B4-BE49-F238E27FC236}">
                <a16:creationId xmlns:a16="http://schemas.microsoft.com/office/drawing/2014/main" id="{037B186E-1B09-F981-F878-5FF973A64DC8}"/>
              </a:ext>
            </a:extLst>
          </p:cNvPr>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a:extLst>
              <a:ext uri="{FF2B5EF4-FFF2-40B4-BE49-F238E27FC236}">
                <a16:creationId xmlns:a16="http://schemas.microsoft.com/office/drawing/2014/main" id="{25BEF91D-4646-CC11-13B7-7E8E3421E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a:extLst>
              <a:ext uri="{FF2B5EF4-FFF2-40B4-BE49-F238E27FC236}">
                <a16:creationId xmlns:a16="http://schemas.microsoft.com/office/drawing/2014/main" id="{737EC0A2-7C12-FA4A-CB84-0A278D4499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a:extLst>
              <a:ext uri="{FF2B5EF4-FFF2-40B4-BE49-F238E27FC236}">
                <a16:creationId xmlns:a16="http://schemas.microsoft.com/office/drawing/2014/main" id="{F3BF068A-CE47-D991-0045-0FE29BFC5A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CD63C2B9-A398-90A6-9839-82218D6AA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5890634-C4BF-7255-3C4C-61F27DE3C189}"/>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a:extLst>
              <a:ext uri="{FF2B5EF4-FFF2-40B4-BE49-F238E27FC236}">
                <a16:creationId xmlns:a16="http://schemas.microsoft.com/office/drawing/2014/main" id="{87A32D2A-0D46-FF70-E7F3-F53C1805BC85}"/>
              </a:ext>
            </a:extLst>
          </p:cNvPr>
          <p:cNvSpPr>
            <a:spLocks noGrp="1" noChangeArrowheads="1"/>
          </p:cNvSpPr>
          <p:nvPr>
            <p:ph type="body" sz="half" idx="2"/>
          </p:nvPr>
        </p:nvSpPr>
        <p:spPr>
          <a:xfrm>
            <a:off x="4419600" y="1600200"/>
            <a:ext cx="4495800" cy="4572000"/>
          </a:xfrm>
        </p:spPr>
        <p:txBody>
          <a:bodyPr/>
          <a:lstStyle/>
          <a:p>
            <a:pPr eaLnBrk="1" hangingPunct="1">
              <a:defRPr/>
            </a:pPr>
            <a:r>
              <a:rPr lang="en-US" sz="2800"/>
              <a:t>The heat added to the system at the melting and boiling points goes into pulling the molecules farther apart from each other.</a:t>
            </a:r>
          </a:p>
          <a:p>
            <a:pPr eaLnBrk="1" hangingPunct="1">
              <a:defRPr/>
            </a:pPr>
            <a:r>
              <a:rPr lang="en-US" sz="2800"/>
              <a:t>The temperature of the substance does not rise during a phase change.</a:t>
            </a:r>
          </a:p>
        </p:txBody>
      </p:sp>
      <p:sp>
        <p:nvSpPr>
          <p:cNvPr id="6" name="Footer Placeholder 6">
            <a:extLst>
              <a:ext uri="{FF2B5EF4-FFF2-40B4-BE49-F238E27FC236}">
                <a16:creationId xmlns:a16="http://schemas.microsoft.com/office/drawing/2014/main" id="{21052B01-7C91-B477-6399-E32BD9A5566A}"/>
              </a:ext>
            </a:extLst>
          </p:cNvPr>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r:id="rId1" imgW="4025900" imgH="2705100"/>
        </mc:Choice>
        <mc:Fallback>
          <p:control r:id="rId1" imgW="4025900" imgH="2705100">
            <p:pic>
              <p:nvPicPr>
                <p:cNvPr id="1026" name="ShockwaveFlash1">
                  <a:extLst>
                    <a:ext uri="{FF2B5EF4-FFF2-40B4-BE49-F238E27FC236}">
                      <a16:creationId xmlns:a16="http://schemas.microsoft.com/office/drawing/2014/main" id="{D61C1E92-FE4E-DC6B-4ED5-36DC20819A37}"/>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a:extLst>
              <a:ext uri="{FF2B5EF4-FFF2-40B4-BE49-F238E27FC236}">
                <a16:creationId xmlns:a16="http://schemas.microsoft.com/office/drawing/2014/main" id="{77162959-6046-9608-62BA-B580A3671F7D}"/>
              </a:ext>
            </a:extLst>
          </p:cNvPr>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7" name="Line 3">
            <a:extLst>
              <a:ext uri="{FF2B5EF4-FFF2-40B4-BE49-F238E27FC236}">
                <a16:creationId xmlns:a16="http://schemas.microsoft.com/office/drawing/2014/main" id="{6D8F00D2-82BA-7106-CEA7-7CD0D3C1A10B}"/>
              </a:ext>
            </a:extLst>
          </p:cNvPr>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8" name="Line 4">
            <a:extLst>
              <a:ext uri="{FF2B5EF4-FFF2-40B4-BE49-F238E27FC236}">
                <a16:creationId xmlns:a16="http://schemas.microsoft.com/office/drawing/2014/main" id="{536B0698-2EB3-7D0C-6C12-DD17752B6F9A}"/>
              </a:ext>
            </a:extLst>
          </p:cNvPr>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9" name="Line 5">
            <a:extLst>
              <a:ext uri="{FF2B5EF4-FFF2-40B4-BE49-F238E27FC236}">
                <a16:creationId xmlns:a16="http://schemas.microsoft.com/office/drawing/2014/main" id="{EF0F3B26-E973-6625-AF87-5A0DA8F4F536}"/>
              </a:ext>
            </a:extLst>
          </p:cNvPr>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0" name="Line 6">
            <a:extLst>
              <a:ext uri="{FF2B5EF4-FFF2-40B4-BE49-F238E27FC236}">
                <a16:creationId xmlns:a16="http://schemas.microsoft.com/office/drawing/2014/main" id="{CAEF3398-E719-3A28-A4D8-3D576D29D699}"/>
              </a:ext>
            </a:extLst>
          </p:cNvPr>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1" name="Line 7">
            <a:extLst>
              <a:ext uri="{FF2B5EF4-FFF2-40B4-BE49-F238E27FC236}">
                <a16:creationId xmlns:a16="http://schemas.microsoft.com/office/drawing/2014/main" id="{EBE82148-38B3-ACFC-5C52-C31286EC3566}"/>
              </a:ext>
            </a:extLst>
          </p:cNvPr>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2" name="Line 8">
            <a:extLst>
              <a:ext uri="{FF2B5EF4-FFF2-40B4-BE49-F238E27FC236}">
                <a16:creationId xmlns:a16="http://schemas.microsoft.com/office/drawing/2014/main" id="{379B6FF6-7058-9EAB-4924-EF467A3AE093}"/>
              </a:ext>
            </a:extLst>
          </p:cNvPr>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Line 9">
            <a:extLst>
              <a:ext uri="{FF2B5EF4-FFF2-40B4-BE49-F238E27FC236}">
                <a16:creationId xmlns:a16="http://schemas.microsoft.com/office/drawing/2014/main" id="{5DDFDA16-A7E3-42DB-6680-98F706FC6AF3}"/>
              </a:ext>
            </a:extLst>
          </p:cNvPr>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4" name="Text Box 10">
            <a:extLst>
              <a:ext uri="{FF2B5EF4-FFF2-40B4-BE49-F238E27FC236}">
                <a16:creationId xmlns:a16="http://schemas.microsoft.com/office/drawing/2014/main" id="{2D4D8036-51C3-0241-FDA3-012E632A76B2}"/>
              </a:ext>
            </a:extLst>
          </p:cNvPr>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a:extLst>
              <a:ext uri="{FF2B5EF4-FFF2-40B4-BE49-F238E27FC236}">
                <a16:creationId xmlns:a16="http://schemas.microsoft.com/office/drawing/2014/main" id="{48704E49-F896-D47C-FF5A-DB655C1101AD}"/>
              </a:ext>
            </a:extLst>
          </p:cNvPr>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12">
            <a:extLst>
              <a:ext uri="{FF2B5EF4-FFF2-40B4-BE49-F238E27FC236}">
                <a16:creationId xmlns:a16="http://schemas.microsoft.com/office/drawing/2014/main" id="{89A4669B-8D85-25E3-BEE0-117752D5BBC7}"/>
              </a:ext>
            </a:extLst>
          </p:cNvPr>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13">
            <a:extLst>
              <a:ext uri="{FF2B5EF4-FFF2-40B4-BE49-F238E27FC236}">
                <a16:creationId xmlns:a16="http://schemas.microsoft.com/office/drawing/2014/main" id="{1F6AC2C0-A2A7-3903-9E78-81F4BB28ED14}"/>
              </a:ext>
            </a:extLst>
          </p:cNvPr>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4">
            <a:extLst>
              <a:ext uri="{FF2B5EF4-FFF2-40B4-BE49-F238E27FC236}">
                <a16:creationId xmlns:a16="http://schemas.microsoft.com/office/drawing/2014/main" id="{9127BAAD-DF3A-6EB7-2ADE-667C0825C7C4}"/>
              </a:ext>
            </a:extLst>
          </p:cNvPr>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5">
            <a:extLst>
              <a:ext uri="{FF2B5EF4-FFF2-40B4-BE49-F238E27FC236}">
                <a16:creationId xmlns:a16="http://schemas.microsoft.com/office/drawing/2014/main" id="{8ECE00CA-8B55-AD8F-5922-7DBBB736D571}"/>
              </a:ext>
            </a:extLst>
          </p:cNvPr>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Line 16">
            <a:extLst>
              <a:ext uri="{FF2B5EF4-FFF2-40B4-BE49-F238E27FC236}">
                <a16:creationId xmlns:a16="http://schemas.microsoft.com/office/drawing/2014/main" id="{9B8EF7DF-A835-CD82-7B8D-57878AA386CC}"/>
              </a:ext>
            </a:extLst>
          </p:cNvPr>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1" name="Line 17">
            <a:extLst>
              <a:ext uri="{FF2B5EF4-FFF2-40B4-BE49-F238E27FC236}">
                <a16:creationId xmlns:a16="http://schemas.microsoft.com/office/drawing/2014/main" id="{B7401D9B-9015-CF83-0635-2F9CC06B74C3}"/>
              </a:ext>
            </a:extLst>
          </p:cNvPr>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2" name="Text Box 18">
            <a:extLst>
              <a:ext uri="{FF2B5EF4-FFF2-40B4-BE49-F238E27FC236}">
                <a16:creationId xmlns:a16="http://schemas.microsoft.com/office/drawing/2014/main" id="{A2B8C762-E8B6-99C1-D6BF-119C1D84764D}"/>
              </a:ext>
            </a:extLst>
          </p:cNvPr>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a:extLst>
              <a:ext uri="{FF2B5EF4-FFF2-40B4-BE49-F238E27FC236}">
                <a16:creationId xmlns:a16="http://schemas.microsoft.com/office/drawing/2014/main" id="{9B1531F5-DCF5-8246-C3BD-A2B783666D20}"/>
              </a:ext>
            </a:extLst>
          </p:cNvPr>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a:extLst>
              <a:ext uri="{FF2B5EF4-FFF2-40B4-BE49-F238E27FC236}">
                <a16:creationId xmlns:a16="http://schemas.microsoft.com/office/drawing/2014/main" id="{A81FAEEA-D189-25DC-9B1D-C1BA1A11DCBE}"/>
              </a:ext>
            </a:extLst>
          </p:cNvPr>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a:extLst>
              <a:ext uri="{FF2B5EF4-FFF2-40B4-BE49-F238E27FC236}">
                <a16:creationId xmlns:a16="http://schemas.microsoft.com/office/drawing/2014/main" id="{2E6B5F3E-17AF-7FEF-6D1D-50466D396BE7}"/>
              </a:ext>
            </a:extLst>
          </p:cNvPr>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a:extLst>
              <a:ext uri="{FF2B5EF4-FFF2-40B4-BE49-F238E27FC236}">
                <a16:creationId xmlns:a16="http://schemas.microsoft.com/office/drawing/2014/main" id="{D8C7BB41-9F5D-9D51-F6E4-FAE0183365EC}"/>
              </a:ext>
            </a:extLst>
          </p:cNvPr>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a:extLst>
              <a:ext uri="{FF2B5EF4-FFF2-40B4-BE49-F238E27FC236}">
                <a16:creationId xmlns:a16="http://schemas.microsoft.com/office/drawing/2014/main" id="{8FA9A500-0B3A-DDDF-6A2F-781710561723}"/>
              </a:ext>
            </a:extLst>
          </p:cNvPr>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a:extLst>
              <a:ext uri="{FF2B5EF4-FFF2-40B4-BE49-F238E27FC236}">
                <a16:creationId xmlns:a16="http://schemas.microsoft.com/office/drawing/2014/main" id="{868E0C61-E575-840E-5DFF-44518F208859}"/>
              </a:ext>
            </a:extLst>
          </p:cNvPr>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D73138B-1790-8150-2756-926C406877A1}"/>
              </a:ext>
            </a:extLst>
          </p:cNvPr>
          <p:cNvSpPr>
            <a:spLocks noGrp="1" noChangeArrowheads="1"/>
          </p:cNvSpPr>
          <p:nvPr>
            <p:ph type="title"/>
          </p:nvPr>
        </p:nvSpPr>
        <p:spPr>
          <a:xfrm>
            <a:off x="685800" y="6350"/>
            <a:ext cx="7772400" cy="4108450"/>
          </a:xfrm>
        </p:spPr>
        <p:txBody>
          <a:bodyPr/>
          <a:lstStyle/>
          <a:p>
            <a:pPr marL="838200" indent="-838200" eaLnBrk="1" hangingPunct="1"/>
            <a:r>
              <a:rPr lang="en-US" altLang="en-US" sz="2400"/>
              <a:t>The strands are held in position, binding easily to DNA polymerase, which catalyzes the elongation of the leading and lagging strands. </a:t>
            </a:r>
            <a:br>
              <a:rPr lang="en-US" altLang="en-US" sz="2400"/>
            </a:br>
            <a:r>
              <a:rPr lang="en-US" altLang="en-US" sz="2400"/>
              <a:t>While the DNA polymerase on the leading strand can operate in a continuous fashion, RNA primer is needed repeatedly on the lagging strand to facilitate synthesis of Okazaki fragments. </a:t>
            </a:r>
            <a:br>
              <a:rPr lang="en-US" altLang="en-US" sz="2400"/>
            </a:br>
            <a:endParaRPr lang="en-US" altLang="en-US" sz="2400"/>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9CDBFDE-FA16-1FB9-E839-749CE90F03F9}"/>
              </a:ext>
            </a:extLst>
          </p:cNvPr>
          <p:cNvSpPr>
            <a:spLocks noGrp="1" noChangeArrowheads="1"/>
          </p:cNvSpPr>
          <p:nvPr>
            <p:ph type="title"/>
          </p:nvPr>
        </p:nvSpPr>
        <p:spPr/>
        <p:txBody>
          <a:bodyPr/>
          <a:lstStyle/>
          <a:p>
            <a:pPr eaLnBrk="1" hangingPunct="1"/>
            <a:r>
              <a:rPr lang="en-US" altLang="en-US"/>
              <a:t>Hydrophobic and Hydrophilic</a:t>
            </a:r>
          </a:p>
        </p:txBody>
      </p:sp>
      <p:sp>
        <p:nvSpPr>
          <p:cNvPr id="38915" name="Rectangle 3">
            <a:extLst>
              <a:ext uri="{FF2B5EF4-FFF2-40B4-BE49-F238E27FC236}">
                <a16:creationId xmlns:a16="http://schemas.microsoft.com/office/drawing/2014/main" id="{933D9FFD-8A50-D666-1CC2-951130161711}"/>
              </a:ext>
            </a:extLst>
          </p:cNvPr>
          <p:cNvSpPr>
            <a:spLocks noGrp="1" noChangeArrowheads="1"/>
          </p:cNvSpPr>
          <p:nvPr>
            <p:ph type="body" idx="1"/>
          </p:nvPr>
        </p:nvSpPr>
        <p:spPr/>
        <p:txBody>
          <a:bodyPr/>
          <a:lstStyle/>
          <a:p>
            <a:pPr eaLnBrk="1" hangingPunct="1"/>
            <a:r>
              <a:rPr lang="en-US" altLang="en-US">
                <a:solidFill>
                  <a:schemeClr val="folHlink"/>
                </a:solidFill>
              </a:rPr>
              <a:t>Hydrophilic-- water loving or a molecule that is capable of forming a hydrogen bond with water.</a:t>
            </a:r>
          </a:p>
          <a:p>
            <a:pPr eaLnBrk="1" hangingPunct="1"/>
            <a:r>
              <a:rPr lang="en-US" altLang="en-US">
                <a:solidFill>
                  <a:schemeClr val="folHlink"/>
                </a:solidFill>
              </a:rPr>
              <a:t>Hydrophobic-- water hating or a molecule that repels water. </a:t>
            </a:r>
          </a:p>
          <a:p>
            <a:pPr eaLnBrk="1" hangingPunct="1"/>
            <a:r>
              <a:rPr lang="en-US" altLang="en-US">
                <a:solidFill>
                  <a:schemeClr val="folHlink"/>
                </a:solidFill>
              </a:rPr>
              <a:t>Important function in cell’s membrane structure. </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78AFBF7-535C-09AD-F006-CB6B822A41BD}"/>
              </a:ext>
            </a:extLst>
          </p:cNvPr>
          <p:cNvSpPr>
            <a:spLocks noGrp="1" noChangeArrowheads="1"/>
          </p:cNvSpPr>
          <p:nvPr>
            <p:ph type="title"/>
          </p:nvPr>
        </p:nvSpPr>
        <p:spPr>
          <a:xfrm>
            <a:off x="1676400" y="457200"/>
            <a:ext cx="7467600" cy="1295400"/>
          </a:xfrm>
        </p:spPr>
        <p:txBody>
          <a:bodyPr/>
          <a:lstStyle/>
          <a:p>
            <a:pPr eaLnBrk="1" hangingPunct="1">
              <a:defRPr/>
            </a:pPr>
            <a:r>
              <a:rPr lang="en-US"/>
              <a:t>Hydrophobic versus Hydrophilic </a:t>
            </a:r>
          </a:p>
        </p:txBody>
      </p:sp>
      <p:pic>
        <p:nvPicPr>
          <p:cNvPr id="39939" name="Picture 5" descr="hydro">
            <a:extLst>
              <a:ext uri="{FF2B5EF4-FFF2-40B4-BE49-F238E27FC236}">
                <a16:creationId xmlns:a16="http://schemas.microsoft.com/office/drawing/2014/main" id="{8A47DFF5-6BC8-B777-884E-16D3C24C80B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a:extLst>
              <a:ext uri="{FF2B5EF4-FFF2-40B4-BE49-F238E27FC236}">
                <a16:creationId xmlns:a16="http://schemas.microsoft.com/office/drawing/2014/main" id="{4F639782-9F85-E702-931A-AC668802EE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a:extLst>
              <a:ext uri="{FF2B5EF4-FFF2-40B4-BE49-F238E27FC236}">
                <a16:creationId xmlns:a16="http://schemas.microsoft.com/office/drawing/2014/main" id="{0437494F-48FD-96A2-D80C-9F20D6BAA1C8}"/>
              </a:ext>
            </a:extLst>
          </p:cNvPr>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a:extLst>
              <a:ext uri="{FF2B5EF4-FFF2-40B4-BE49-F238E27FC236}">
                <a16:creationId xmlns:a16="http://schemas.microsoft.com/office/drawing/2014/main" id="{1FEF3D49-2D55-1BA0-D00E-55B8D3F0C04F}"/>
              </a:ext>
            </a:extLst>
          </p:cNvPr>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a:extLst>
              <a:ext uri="{FF2B5EF4-FFF2-40B4-BE49-F238E27FC236}">
                <a16:creationId xmlns:a16="http://schemas.microsoft.com/office/drawing/2014/main" id="{3B68C19E-AFC5-3C86-3D89-1D99D6A343E6}"/>
              </a:ext>
            </a:extLst>
          </p:cNvPr>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a:extLst>
              <a:ext uri="{FF2B5EF4-FFF2-40B4-BE49-F238E27FC236}">
                <a16:creationId xmlns:a16="http://schemas.microsoft.com/office/drawing/2014/main" id="{66F4481F-2EF0-6614-08FB-DC2DF52A3635}"/>
              </a:ext>
            </a:extLst>
          </p:cNvPr>
          <p:cNvSpPr>
            <a:spLocks noGrp="1" noChangeArrowheads="1"/>
          </p:cNvSpPr>
          <p:nvPr>
            <p:ph type="title"/>
          </p:nvPr>
        </p:nvSpPr>
        <p:spPr>
          <a:xfrm>
            <a:off x="0" y="76200"/>
            <a:ext cx="9144000" cy="1143000"/>
          </a:xfrm>
        </p:spPr>
        <p:txBody>
          <a:bodyPr/>
          <a:lstStyle/>
          <a:p>
            <a:pPr eaLnBrk="1" hangingPunct="1">
              <a:defRPr/>
            </a:pPr>
            <a:r>
              <a:rPr lang="en-US">
                <a:effectLst>
                  <a:outerShdw blurRad="38100" dist="38100" dir="2700000" algn="tl">
                    <a:srgbClr val="010199"/>
                  </a:outerShdw>
                </a:effectLst>
              </a:rPr>
              <a:t>DFA – Results</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1297A3F5-531F-5C1A-5BC7-08BE09110017}"/>
              </a:ext>
            </a:extLst>
          </p:cNvPr>
          <p:cNvSpPr>
            <a:spLocks noGrp="1" noChangeArrowheads="1"/>
          </p:cNvSpPr>
          <p:nvPr>
            <p:ph type="title"/>
          </p:nvPr>
        </p:nvSpPr>
        <p:spPr>
          <a:xfrm>
            <a:off x="0" y="228600"/>
            <a:ext cx="9144000" cy="1143000"/>
          </a:xfrm>
        </p:spPr>
        <p:txBody>
          <a:bodyPr/>
          <a:lstStyle/>
          <a:p>
            <a:pPr eaLnBrk="1" hangingPunct="1">
              <a:defRPr/>
            </a:pPr>
            <a:r>
              <a:rPr lang="en-US" sz="3600">
                <a:effectLst>
                  <a:outerShdw blurRad="38100" dist="38100" dir="2700000" algn="tl">
                    <a:srgbClr val="010199"/>
                  </a:outerShdw>
                </a:effectLst>
              </a:rPr>
              <a:t>How Do Neural Networks Compute?</a:t>
            </a:r>
          </a:p>
        </p:txBody>
      </p:sp>
      <p:sp>
        <p:nvSpPr>
          <p:cNvPr id="328707" name="Rectangle 3">
            <a:extLst>
              <a:ext uri="{FF2B5EF4-FFF2-40B4-BE49-F238E27FC236}">
                <a16:creationId xmlns:a16="http://schemas.microsoft.com/office/drawing/2014/main" id="{8247B120-13B9-E2E2-D6FA-EBBC09F0C699}"/>
              </a:ext>
            </a:extLst>
          </p:cNvPr>
          <p:cNvSpPr>
            <a:spLocks noGrp="1" noChangeArrowheads="1"/>
          </p:cNvSpPr>
          <p:nvPr>
            <p:ph idx="1"/>
          </p:nvPr>
        </p:nvSpPr>
        <p:spPr>
          <a:xfrm>
            <a:off x="677863" y="1447800"/>
            <a:ext cx="7772400" cy="2971800"/>
          </a:xfrm>
        </p:spPr>
        <p:txBody>
          <a:bodyPr/>
          <a:lstStyle/>
          <a:p>
            <a:pPr eaLnBrk="1" hangingPunct="1">
              <a:defRPr/>
            </a:pPr>
            <a:r>
              <a:rPr lang="en-US" sz="3000">
                <a:effectLst>
                  <a:outerShdw blurRad="38100" dist="38100" dir="2700000" algn="tl">
                    <a:srgbClr val="010199"/>
                  </a:outerShdw>
                </a:effectLst>
              </a:rPr>
              <a:t>Activation = the final value of a particular unit.</a:t>
            </a:r>
          </a:p>
          <a:p>
            <a:pPr eaLnBrk="1" hangingPunct="1">
              <a:defRPr/>
            </a:pPr>
            <a:endParaRPr lang="en-US" sz="3000">
              <a:effectLst>
                <a:outerShdw blurRad="38100" dist="38100" dir="2700000" algn="tl">
                  <a:srgbClr val="010199"/>
                </a:outerShdw>
              </a:effectLst>
            </a:endParaRPr>
          </a:p>
          <a:p>
            <a:pPr eaLnBrk="1" hangingPunct="1">
              <a:defRPr/>
            </a:pPr>
            <a:r>
              <a:rPr lang="en-US" sz="3000">
                <a:effectLst>
                  <a:outerShdw blurRad="38100" dist="38100" dir="2700000" algn="tl">
                    <a:srgbClr val="010199"/>
                  </a:outerShdw>
                </a:effectLst>
              </a:rPr>
              <a:t>Calculated by adding inputs and bias</a:t>
            </a:r>
          </a:p>
          <a:p>
            <a:pPr eaLnBrk="1" hangingPunct="1">
              <a:defRPr/>
            </a:pPr>
            <a:endParaRPr lang="en-US" sz="3000">
              <a:effectLst>
                <a:outerShdw blurRad="38100" dist="38100" dir="2700000" algn="tl">
                  <a:srgbClr val="010199"/>
                </a:outerShdw>
              </a:effectLst>
            </a:endParaRPr>
          </a:p>
          <a:p>
            <a:pPr eaLnBrk="1" hangingPunct="1">
              <a:defRPr/>
            </a:pPr>
            <a:r>
              <a:rPr lang="en-US" sz="3000">
                <a:effectLst>
                  <a:outerShdw blurRad="38100" dist="38100" dir="2700000" algn="tl">
                    <a:srgbClr val="010199"/>
                  </a:outerShdw>
                </a:effectLst>
              </a:rPr>
              <a:t>Activation function</a:t>
            </a:r>
          </a:p>
        </p:txBody>
      </p:sp>
      <p:grpSp>
        <p:nvGrpSpPr>
          <p:cNvPr id="41988" name="Group 4">
            <a:extLst>
              <a:ext uri="{FF2B5EF4-FFF2-40B4-BE49-F238E27FC236}">
                <a16:creationId xmlns:a16="http://schemas.microsoft.com/office/drawing/2014/main" id="{763AE9A3-6C03-9E33-F884-22D988EA1C88}"/>
              </a:ext>
            </a:extLst>
          </p:cNvPr>
          <p:cNvGrpSpPr>
            <a:grpSpLocks/>
          </p:cNvGrpSpPr>
          <p:nvPr/>
        </p:nvGrpSpPr>
        <p:grpSpPr bwMode="auto">
          <a:xfrm>
            <a:off x="739775" y="4572000"/>
            <a:ext cx="8023225" cy="2225675"/>
            <a:chOff x="466" y="2880"/>
            <a:chExt cx="5054" cy="1402"/>
          </a:xfrm>
        </p:grpSpPr>
        <p:sp>
          <p:nvSpPr>
            <p:cNvPr id="41989" name="Text Box 5">
              <a:extLst>
                <a:ext uri="{FF2B5EF4-FFF2-40B4-BE49-F238E27FC236}">
                  <a16:creationId xmlns:a16="http://schemas.microsoft.com/office/drawing/2014/main" id="{22857F9F-D629-71CB-F41E-40F5638BBAFE}"/>
                </a:ext>
              </a:extLst>
            </p:cNvPr>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a:extLst>
                <a:ext uri="{FF2B5EF4-FFF2-40B4-BE49-F238E27FC236}">
                  <a16:creationId xmlns:a16="http://schemas.microsoft.com/office/drawing/2014/main" id="{76868976-7352-2143-6FBD-E18AEA2B95B6}"/>
                </a:ext>
              </a:extLst>
            </p:cNvPr>
            <p:cNvGrpSpPr>
              <a:grpSpLocks/>
            </p:cNvGrpSpPr>
            <p:nvPr/>
          </p:nvGrpSpPr>
          <p:grpSpPr bwMode="auto">
            <a:xfrm>
              <a:off x="466" y="2942"/>
              <a:ext cx="5054" cy="1340"/>
              <a:chOff x="466" y="2942"/>
              <a:chExt cx="5054" cy="1340"/>
            </a:xfrm>
          </p:grpSpPr>
          <p:sp>
            <p:nvSpPr>
              <p:cNvPr id="41991" name="Text Box 7">
                <a:extLst>
                  <a:ext uri="{FF2B5EF4-FFF2-40B4-BE49-F238E27FC236}">
                    <a16:creationId xmlns:a16="http://schemas.microsoft.com/office/drawing/2014/main" id="{BC55C0DC-AF95-7DE5-4F72-93B5E377A9CE}"/>
                  </a:ext>
                </a:extLst>
              </p:cNvPr>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a:extLst>
                  <a:ext uri="{FF2B5EF4-FFF2-40B4-BE49-F238E27FC236}">
                    <a16:creationId xmlns:a16="http://schemas.microsoft.com/office/drawing/2014/main" id="{FA47D02F-4BBC-FA34-5EB2-A5D79009EB08}"/>
                  </a:ext>
                </a:extLst>
              </p:cNvPr>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a:extLst>
                  <a:ext uri="{FF2B5EF4-FFF2-40B4-BE49-F238E27FC236}">
                    <a16:creationId xmlns:a16="http://schemas.microsoft.com/office/drawing/2014/main" id="{CB7EB41D-BDAF-5E02-C528-9FE5334ACDCC}"/>
                  </a:ext>
                </a:extLst>
              </p:cNvPr>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a:extLst>
                  <a:ext uri="{FF2B5EF4-FFF2-40B4-BE49-F238E27FC236}">
                    <a16:creationId xmlns:a16="http://schemas.microsoft.com/office/drawing/2014/main" id="{6E54C9A8-7C6F-7563-A5CD-A41D76C2011A}"/>
                  </a:ext>
                </a:extLst>
              </p:cNvPr>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a:extLst>
                  <a:ext uri="{FF2B5EF4-FFF2-40B4-BE49-F238E27FC236}">
                    <a16:creationId xmlns:a16="http://schemas.microsoft.com/office/drawing/2014/main" id="{CFD3BE89-329B-15BF-9050-BB7C1B827DB4}"/>
                  </a:ext>
                </a:extLst>
              </p:cNvPr>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6" name="Line 12">
                <a:extLst>
                  <a:ext uri="{FF2B5EF4-FFF2-40B4-BE49-F238E27FC236}">
                    <a16:creationId xmlns:a16="http://schemas.microsoft.com/office/drawing/2014/main" id="{BD1A2E58-6189-AD31-C089-805655FB19F0}"/>
                  </a:ext>
                </a:extLst>
              </p:cNvPr>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7" name="Line 13">
                <a:extLst>
                  <a:ext uri="{FF2B5EF4-FFF2-40B4-BE49-F238E27FC236}">
                    <a16:creationId xmlns:a16="http://schemas.microsoft.com/office/drawing/2014/main" id="{A3668ACE-0147-71E8-42AC-232E0D355CB9}"/>
                  </a:ext>
                </a:extLst>
              </p:cNvPr>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8" name="Text Box 14">
                <a:extLst>
                  <a:ext uri="{FF2B5EF4-FFF2-40B4-BE49-F238E27FC236}">
                    <a16:creationId xmlns:a16="http://schemas.microsoft.com/office/drawing/2014/main" id="{C53F6358-6DB2-C92E-DD0B-BD85DE47C2BC}"/>
                  </a:ext>
                </a:extLst>
              </p:cNvPr>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a:extLst>
                  <a:ext uri="{FF2B5EF4-FFF2-40B4-BE49-F238E27FC236}">
                    <a16:creationId xmlns:a16="http://schemas.microsoft.com/office/drawing/2014/main" id="{C1C2EEEB-1F25-3D73-759E-954DDE8A7453}"/>
                  </a:ext>
                </a:extLst>
              </p:cNvPr>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itchFamily="2" charset="2"/>
                  </a:rPr>
                  <a:t>S</a:t>
                </a:r>
                <a:endParaRPr lang="en-US" altLang="en-US" sz="3200">
                  <a:latin typeface="Symbol" pitchFamily="2" charset="2"/>
                </a:endParaRPr>
              </a:p>
            </p:txBody>
          </p:sp>
          <p:sp>
            <p:nvSpPr>
              <p:cNvPr id="42000" name="AutoShape 16">
                <a:extLst>
                  <a:ext uri="{FF2B5EF4-FFF2-40B4-BE49-F238E27FC236}">
                    <a16:creationId xmlns:a16="http://schemas.microsoft.com/office/drawing/2014/main" id="{D7E57599-72AE-404F-A4E6-4F10308D505E}"/>
                  </a:ext>
                </a:extLst>
              </p:cNvPr>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a:extLst>
                  <a:ext uri="{FF2B5EF4-FFF2-40B4-BE49-F238E27FC236}">
                    <a16:creationId xmlns:a16="http://schemas.microsoft.com/office/drawing/2014/main" id="{2A3BFAD1-D7C1-EAE1-375B-EB3D13A66125}"/>
                  </a:ext>
                </a:extLst>
              </p:cNvPr>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a:extLst>
                  <a:ext uri="{FF2B5EF4-FFF2-40B4-BE49-F238E27FC236}">
                    <a16:creationId xmlns:a16="http://schemas.microsoft.com/office/drawing/2014/main" id="{E2AB2ABB-22DB-AF5C-0D38-BCFA1CAAFAA1}"/>
                  </a:ext>
                </a:extLst>
              </p:cNvPr>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a:extLst>
                  <a:ext uri="{FF2B5EF4-FFF2-40B4-BE49-F238E27FC236}">
                    <a16:creationId xmlns:a16="http://schemas.microsoft.com/office/drawing/2014/main" id="{01E03254-E18C-436A-4361-221FB5CDB5BD}"/>
                  </a:ext>
                </a:extLst>
              </p:cNvPr>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a:extLst>
                  <a:ext uri="{FF2B5EF4-FFF2-40B4-BE49-F238E27FC236}">
                    <a16:creationId xmlns:a16="http://schemas.microsoft.com/office/drawing/2014/main" id="{BC46AF98-AB82-C865-ED77-A178CFAD13CC}"/>
                  </a:ext>
                </a:extLst>
              </p:cNvPr>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a:extLst>
                  <a:ext uri="{FF2B5EF4-FFF2-40B4-BE49-F238E27FC236}">
                    <a16:creationId xmlns:a16="http://schemas.microsoft.com/office/drawing/2014/main" id="{E707453D-B3D5-DF0A-F868-1E28C37FB21A}"/>
                  </a:ext>
                </a:extLst>
              </p:cNvPr>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a:extLst>
                  <a:ext uri="{FF2B5EF4-FFF2-40B4-BE49-F238E27FC236}">
                    <a16:creationId xmlns:a16="http://schemas.microsoft.com/office/drawing/2014/main" id="{1FF72D09-3431-FB59-ECDC-EE9484EB2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a:extLst>
                  <a:ext uri="{FF2B5EF4-FFF2-40B4-BE49-F238E27FC236}">
                    <a16:creationId xmlns:a16="http://schemas.microsoft.com/office/drawing/2014/main" id="{33A4FF9C-812C-31C6-55A2-0EDD00E39F39}"/>
                  </a:ext>
                </a:extLst>
              </p:cNvPr>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551</TotalTime>
  <Words>1673</Words>
  <Application>Microsoft Macintosh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Ajay Kulkarni</cp:lastModifiedBy>
  <cp:revision>42</cp:revision>
  <dcterms:created xsi:type="dcterms:W3CDTF">2002-10-28T17:41:29Z</dcterms:created>
  <dcterms:modified xsi:type="dcterms:W3CDTF">2025-12-17T08:03:00Z</dcterms:modified>
</cp:coreProperties>
</file>